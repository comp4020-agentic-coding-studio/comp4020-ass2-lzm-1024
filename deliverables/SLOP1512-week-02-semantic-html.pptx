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44fe6a50fb4821" /><Relationship Type="http://schemas.openxmlformats.org/officeDocument/2006/relationships/extended-properties" Target="/docProps/app.xml" Id="R48ef142216574161" /><Relationship Type="http://schemas.openxmlformats.org/officeDocument/2006/relationships/officeDocument" Target="/ppt/presentation.xml" Id="R7285967719664e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feb0adea914f96"/>
  </p:sldMasterIdLst>
  <p:notesMasterIdLst>
    <p:notesMasterId xmlns:r="http://schemas.openxmlformats.org/officeDocument/2006/relationships" r:id="R484cb85390924d80"/>
  </p:notesMasterIdLst>
  <p:sldIdLst>
    <p:sldId xmlns:r="http://schemas.openxmlformats.org/officeDocument/2006/relationships" id="256" r:id="Rb75a93b7c2344f89"/>
    <p:sldId xmlns:r="http://schemas.openxmlformats.org/officeDocument/2006/relationships" id="257" r:id="Rc16cc4f020e7400d"/>
    <p:sldId xmlns:r="http://schemas.openxmlformats.org/officeDocument/2006/relationships" id="258" r:id="R433618654e664fe5"/>
    <p:sldId xmlns:r="http://schemas.openxmlformats.org/officeDocument/2006/relationships" id="259" r:id="R048103ea159a4b96"/>
    <p:sldId xmlns:r="http://schemas.openxmlformats.org/officeDocument/2006/relationships" id="260" r:id="R9f4165ec9f0e4e28"/>
    <p:sldId xmlns:r="http://schemas.openxmlformats.org/officeDocument/2006/relationships" id="261" r:id="Rd722af0570864910"/>
    <p:sldId xmlns:r="http://schemas.openxmlformats.org/officeDocument/2006/relationships" id="262" r:id="Rd1f8d178756147cb"/>
    <p:sldId xmlns:r="http://schemas.openxmlformats.org/officeDocument/2006/relationships" id="263" r:id="Rdf420acab4d74228"/>
    <p:sldId xmlns:r="http://schemas.openxmlformats.org/officeDocument/2006/relationships" id="264" r:id="R5b76ce152c0e4502"/>
    <p:sldId xmlns:r="http://schemas.openxmlformats.org/officeDocument/2006/relationships" id="265" r:id="R2e42f74ede864a54"/>
    <p:sldId xmlns:r="http://schemas.openxmlformats.org/officeDocument/2006/relationships" id="266" r:id="Rb349e157cf9f435f"/>
    <p:sldId xmlns:r="http://schemas.openxmlformats.org/officeDocument/2006/relationships" id="267" r:id="R7094b4158c7c4827"/>
    <p:sldId xmlns:r="http://schemas.openxmlformats.org/officeDocument/2006/relationships" id="268" r:id="R6833e0db597c4e07"/>
    <p:sldId xmlns:r="http://schemas.openxmlformats.org/officeDocument/2006/relationships" id="269" r:id="Re9f1afff1a9f400f"/>
    <p:sldId xmlns:r="http://schemas.openxmlformats.org/officeDocument/2006/relationships" id="270" r:id="R62ae8147c71b4359"/>
    <p:sldId xmlns:r="http://schemas.openxmlformats.org/officeDocument/2006/relationships" id="271" r:id="R0e9cbb57dfe047f8"/>
    <p:sldId xmlns:r="http://schemas.openxmlformats.org/officeDocument/2006/relationships" id="272" r:id="Ra62a53019f92431c"/>
    <p:sldId xmlns:r="http://schemas.openxmlformats.org/officeDocument/2006/relationships" id="273" r:id="R35c42b96356d488a"/>
    <p:sldId xmlns:r="http://schemas.openxmlformats.org/officeDocument/2006/relationships" id="274" r:id="R893d92e956f4403d"/>
    <p:sldId xmlns:r="http://schemas.openxmlformats.org/officeDocument/2006/relationships" id="275" r:id="R3b34446d15424b6c"/>
    <p:sldId xmlns:r="http://schemas.openxmlformats.org/officeDocument/2006/relationships" id="276" r:id="Rd7efa85c7aba4ac5"/>
    <p:sldId xmlns:r="http://schemas.openxmlformats.org/officeDocument/2006/relationships" id="277" r:id="R066f7989b4474276"/>
    <p:sldId xmlns:r="http://schemas.openxmlformats.org/officeDocument/2006/relationships" id="278" r:id="Ra4bfbdc43cf142d2"/>
    <p:sldId xmlns:r="http://schemas.openxmlformats.org/officeDocument/2006/relationships" id="279" r:id="Rb52c2587839e46b3"/>
    <p:sldId xmlns:r="http://schemas.openxmlformats.org/officeDocument/2006/relationships" id="280" r:id="R6c7c2f15f5a8427c"/>
    <p:sldId xmlns:r="http://schemas.openxmlformats.org/officeDocument/2006/relationships" id="281" r:id="R6df90649b75f4245"/>
    <p:sldId xmlns:r="http://schemas.openxmlformats.org/officeDocument/2006/relationships" id="282" r:id="Rb15d7694d97340d1"/>
    <p:sldId xmlns:r="http://schemas.openxmlformats.org/officeDocument/2006/relationships" id="283" r:id="Rc6e8d1ffd8c54f15"/>
    <p:sldId xmlns:r="http://schemas.openxmlformats.org/officeDocument/2006/relationships" id="284" r:id="R45b1eba79563425a"/>
    <p:sldId xmlns:r="http://schemas.openxmlformats.org/officeDocument/2006/relationships" id="285" r:id="R6b238219a29b4e62"/>
    <p:sldId xmlns:r="http://schemas.openxmlformats.org/officeDocument/2006/relationships" id="286" r:id="R0b6396d5ab924bce"/>
    <p:sldId xmlns:r="http://schemas.openxmlformats.org/officeDocument/2006/relationships" id="287" r:id="Rdc37279d7a564f88"/>
    <p:sldId xmlns:r="http://schemas.openxmlformats.org/officeDocument/2006/relationships" id="288" r:id="Rad9267b92a464541"/>
    <p:sldId xmlns:r="http://schemas.openxmlformats.org/officeDocument/2006/relationships" id="289" r:id="Rd4fc9ba8074a4bf5"/>
    <p:sldId xmlns:r="http://schemas.openxmlformats.org/officeDocument/2006/relationships" id="290" r:id="R9fa55362a4694199"/>
    <p:sldId xmlns:r="http://schemas.openxmlformats.org/officeDocument/2006/relationships" id="291" r:id="Rb1a89fa009a941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7a5179eb51406a" /><Relationship Type="http://schemas.openxmlformats.org/officeDocument/2006/relationships/slideMaster" Target="/ppt/slideMasters/slideMaster1.xml" Id="R28feb0adea914f96" /><Relationship Type="http://schemas.openxmlformats.org/officeDocument/2006/relationships/notesMaster" Target="/ppt/notesMasters/notesMaster1.xml" Id="R484cb85390924d80" /><Relationship Type="http://schemas.openxmlformats.org/officeDocument/2006/relationships/presProps" Target="/ppt/presProps.xml" Id="Rb80752f2ab2b49cd" /><Relationship Type="http://schemas.openxmlformats.org/officeDocument/2006/relationships/tableStyles" Target="/ppt/tableStyles.xml" Id="R3ff71bd54cce4837" /><Relationship Type="http://schemas.openxmlformats.org/officeDocument/2006/relationships/slide" Target="/ppt/slides/slide1.xml" Id="Rb75a93b7c2344f89" /><Relationship Type="http://schemas.openxmlformats.org/officeDocument/2006/relationships/slide" Target="/ppt/slides/slide2.xml" Id="Rc16cc4f020e7400d" /><Relationship Type="http://schemas.openxmlformats.org/officeDocument/2006/relationships/slide" Target="/ppt/slides/slide3.xml" Id="R433618654e664fe5" /><Relationship Type="http://schemas.openxmlformats.org/officeDocument/2006/relationships/slide" Target="/ppt/slides/slide4.xml" Id="R048103ea159a4b96" /><Relationship Type="http://schemas.openxmlformats.org/officeDocument/2006/relationships/slide" Target="/ppt/slides/slide5.xml" Id="R9f4165ec9f0e4e28" /><Relationship Type="http://schemas.openxmlformats.org/officeDocument/2006/relationships/slide" Target="/ppt/slides/slide6.xml" Id="Rd722af0570864910" /><Relationship Type="http://schemas.openxmlformats.org/officeDocument/2006/relationships/slide" Target="/ppt/slides/slide7.xml" Id="Rd1f8d178756147cb" /><Relationship Type="http://schemas.openxmlformats.org/officeDocument/2006/relationships/slide" Target="/ppt/slides/slide8.xml" Id="Rdf420acab4d74228" /><Relationship Type="http://schemas.openxmlformats.org/officeDocument/2006/relationships/slide" Target="/ppt/slides/slide9.xml" Id="R5b76ce152c0e4502" /><Relationship Type="http://schemas.openxmlformats.org/officeDocument/2006/relationships/slide" Target="/ppt/slides/slide10.xml" Id="R2e42f74ede864a54" /><Relationship Type="http://schemas.openxmlformats.org/officeDocument/2006/relationships/slide" Target="/ppt/slides/slide11.xml" Id="Rb349e157cf9f435f" /><Relationship Type="http://schemas.openxmlformats.org/officeDocument/2006/relationships/slide" Target="/ppt/slides/slide12.xml" Id="R7094b4158c7c4827" /><Relationship Type="http://schemas.openxmlformats.org/officeDocument/2006/relationships/slide" Target="/ppt/slides/slide13.xml" Id="R6833e0db597c4e07" /><Relationship Type="http://schemas.openxmlformats.org/officeDocument/2006/relationships/slide" Target="/ppt/slides/slide14.xml" Id="Re9f1afff1a9f400f" /><Relationship Type="http://schemas.openxmlformats.org/officeDocument/2006/relationships/slide" Target="/ppt/slides/slide15.xml" Id="R62ae8147c71b4359" /><Relationship Type="http://schemas.openxmlformats.org/officeDocument/2006/relationships/slide" Target="/ppt/slides/slide16.xml" Id="R0e9cbb57dfe047f8" /><Relationship Type="http://schemas.openxmlformats.org/officeDocument/2006/relationships/slide" Target="/ppt/slides/slide17.xml" Id="Ra62a53019f92431c" /><Relationship Type="http://schemas.openxmlformats.org/officeDocument/2006/relationships/slide" Target="/ppt/slides/slide18.xml" Id="R35c42b96356d488a" /><Relationship Type="http://schemas.openxmlformats.org/officeDocument/2006/relationships/slide" Target="/ppt/slides/slide19.xml" Id="R893d92e956f4403d" /><Relationship Type="http://schemas.openxmlformats.org/officeDocument/2006/relationships/slide" Target="/ppt/slides/slide20.xml" Id="R3b34446d15424b6c" /><Relationship Type="http://schemas.openxmlformats.org/officeDocument/2006/relationships/slide" Target="/ppt/slides/slide21.xml" Id="Rd7efa85c7aba4ac5" /><Relationship Type="http://schemas.openxmlformats.org/officeDocument/2006/relationships/slide" Target="/ppt/slides/slide22.xml" Id="R066f7989b4474276" /><Relationship Type="http://schemas.openxmlformats.org/officeDocument/2006/relationships/slide" Target="/ppt/slides/slide23.xml" Id="Ra4bfbdc43cf142d2" /><Relationship Type="http://schemas.openxmlformats.org/officeDocument/2006/relationships/slide" Target="/ppt/slides/slide24.xml" Id="Rb52c2587839e46b3" /><Relationship Type="http://schemas.openxmlformats.org/officeDocument/2006/relationships/slide" Target="/ppt/slides/slide25.xml" Id="R6c7c2f15f5a8427c" /><Relationship Type="http://schemas.openxmlformats.org/officeDocument/2006/relationships/slide" Target="/ppt/slides/slide26.xml" Id="R6df90649b75f4245" /><Relationship Type="http://schemas.openxmlformats.org/officeDocument/2006/relationships/slide" Target="/ppt/slides/slide27.xml" Id="Rb15d7694d97340d1" /><Relationship Type="http://schemas.openxmlformats.org/officeDocument/2006/relationships/slide" Target="/ppt/slides/slide28.xml" Id="Rc6e8d1ffd8c54f15" /><Relationship Type="http://schemas.openxmlformats.org/officeDocument/2006/relationships/slide" Target="/ppt/slides/slide29.xml" Id="R45b1eba79563425a" /><Relationship Type="http://schemas.openxmlformats.org/officeDocument/2006/relationships/slide" Target="/ppt/slides/slide30.xml" Id="R6b238219a29b4e62" /><Relationship Type="http://schemas.openxmlformats.org/officeDocument/2006/relationships/slide" Target="/ppt/slides/slide31.xml" Id="R0b6396d5ab924bce" /><Relationship Type="http://schemas.openxmlformats.org/officeDocument/2006/relationships/slide" Target="/ppt/slides/slide32.xml" Id="Rdc37279d7a564f88" /><Relationship Type="http://schemas.openxmlformats.org/officeDocument/2006/relationships/slide" Target="/ppt/slides/slide33.xml" Id="Rad9267b92a464541" /><Relationship Type="http://schemas.openxmlformats.org/officeDocument/2006/relationships/slide" Target="/ppt/slides/slide34.xml" Id="Rd4fc9ba8074a4bf5" /><Relationship Type="http://schemas.openxmlformats.org/officeDocument/2006/relationships/slide" Target="/ppt/slides/slide35.xml" Id="R9fa55362a4694199" /><Relationship Type="http://schemas.openxmlformats.org/officeDocument/2006/relationships/slide" Target="/ppt/slides/slide36.xml" Id="Rb1a89fa009a941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d89e42f83d4b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e73cae99e1415c" /><Relationship Type="http://schemas.openxmlformats.org/officeDocument/2006/relationships/notesMaster" Target="/ppt/notesMasters/notesMaster1.xml" Id="R1fe17a485b764e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42a899ef974fdc" /><Relationship Type="http://schemas.openxmlformats.org/officeDocument/2006/relationships/notesMaster" Target="/ppt/notesMasters/notesMaster1.xml" Id="R94a892b8f0bc44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18c0bb555e4aa3" /><Relationship Type="http://schemas.openxmlformats.org/officeDocument/2006/relationships/notesMaster" Target="/ppt/notesMasters/notesMaster1.xml" Id="Redb1aa01070d48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bfab43abfa445a" /><Relationship Type="http://schemas.openxmlformats.org/officeDocument/2006/relationships/notesMaster" Target="/ppt/notesMasters/notesMaster1.xml" Id="R5a312211652f4e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a791ca12fc4164" /><Relationship Type="http://schemas.openxmlformats.org/officeDocument/2006/relationships/notesMaster" Target="/ppt/notesMasters/notesMaster1.xml" Id="Rb30f1d2031894d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579b0612624c03" /><Relationship Type="http://schemas.openxmlformats.org/officeDocument/2006/relationships/notesMaster" Target="/ppt/notesMasters/notesMaster1.xml" Id="Rd023e832229e4c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c1a91a4ec648d2" /><Relationship Type="http://schemas.openxmlformats.org/officeDocument/2006/relationships/notesMaster" Target="/ppt/notesMasters/notesMaster1.xml" Id="R86639656a7484c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544b4ebb0ab4608" /><Relationship Type="http://schemas.openxmlformats.org/officeDocument/2006/relationships/notesMaster" Target="/ppt/notesMasters/notesMaster1.xml" Id="R964b906d69e140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2ff3bc798f4446" /><Relationship Type="http://schemas.openxmlformats.org/officeDocument/2006/relationships/notesMaster" Target="/ppt/notesMasters/notesMaster1.xml" Id="R0e21bcd692c04f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b43ebb62ae422d" /><Relationship Type="http://schemas.openxmlformats.org/officeDocument/2006/relationships/notesMaster" Target="/ppt/notesMasters/notesMaster1.xml" Id="R6af2f374b5a34f6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6d77fe6191845d0" /><Relationship Type="http://schemas.openxmlformats.org/officeDocument/2006/relationships/notesMaster" Target="/ppt/notesMasters/notesMaster1.xml" Id="Ra49c3271b7b44f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0d2cf258c004b56" /><Relationship Type="http://schemas.openxmlformats.org/officeDocument/2006/relationships/notesMaster" Target="/ppt/notesMasters/notesMaster1.xml" Id="R6a0f038d256244f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fcc25acf2d74ff3" /><Relationship Type="http://schemas.openxmlformats.org/officeDocument/2006/relationships/notesMaster" Target="/ppt/notesMasters/notesMaster1.xml" Id="R02d264b343d1495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089d086e180440e" /><Relationship Type="http://schemas.openxmlformats.org/officeDocument/2006/relationships/notesMaster" Target="/ppt/notesMasters/notesMaster1.xml" Id="R991207bd4ace453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420ae639c2a41bb" /><Relationship Type="http://schemas.openxmlformats.org/officeDocument/2006/relationships/notesMaster" Target="/ppt/notesMasters/notesMaster1.xml" Id="R77d3c1022f0f46e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26d328b7b9c4ec6" /><Relationship Type="http://schemas.openxmlformats.org/officeDocument/2006/relationships/notesMaster" Target="/ppt/notesMasters/notesMaster1.xml" Id="Rb0ba5a62a925425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dcc87cbec374094" /><Relationship Type="http://schemas.openxmlformats.org/officeDocument/2006/relationships/notesMaster" Target="/ppt/notesMasters/notesMaster1.xml" Id="Rd4c6a2e755424d4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f3a3dded2064dbf" /><Relationship Type="http://schemas.openxmlformats.org/officeDocument/2006/relationships/notesMaster" Target="/ppt/notesMasters/notesMaster1.xml" Id="Ra85636c78cc0430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68c595e72644a45" /><Relationship Type="http://schemas.openxmlformats.org/officeDocument/2006/relationships/notesMaster" Target="/ppt/notesMasters/notesMaster1.xml" Id="Ra433a2e27353476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84a75ff0a2f4828" /><Relationship Type="http://schemas.openxmlformats.org/officeDocument/2006/relationships/notesMaster" Target="/ppt/notesMasters/notesMaster1.xml" Id="Rb4c237625703430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8712b9972264f75" /><Relationship Type="http://schemas.openxmlformats.org/officeDocument/2006/relationships/notesMaster" Target="/ppt/notesMasters/notesMaster1.xml" Id="Rb22c644600c64ba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3d6ea1e6ee34cdc" /><Relationship Type="http://schemas.openxmlformats.org/officeDocument/2006/relationships/notesMaster" Target="/ppt/notesMasters/notesMaster1.xml" Id="R19709c68bde1451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d62de47f4174e1c" /><Relationship Type="http://schemas.openxmlformats.org/officeDocument/2006/relationships/notesMaster" Target="/ppt/notesMasters/notesMaster1.xml" Id="R64186d0eb8ba465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3c5512243804fa9" /><Relationship Type="http://schemas.openxmlformats.org/officeDocument/2006/relationships/notesMaster" Target="/ppt/notesMasters/notesMaster1.xml" Id="R255d44de261a4d0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8435e87a4984373" /><Relationship Type="http://schemas.openxmlformats.org/officeDocument/2006/relationships/notesMaster" Target="/ppt/notesMasters/notesMaster1.xml" Id="R4a9f009632ce467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3e1ebe8cd1f464f" /><Relationship Type="http://schemas.openxmlformats.org/officeDocument/2006/relationships/notesMaster" Target="/ppt/notesMasters/notesMaster1.xml" Id="R2119ec7f6b294cc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39cd9d03a824c1b" /><Relationship Type="http://schemas.openxmlformats.org/officeDocument/2006/relationships/notesMaster" Target="/ppt/notesMasters/notesMaster1.xml" Id="Rb2c6f969edd24aa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2d69fa63bf649e0" /><Relationship Type="http://schemas.openxmlformats.org/officeDocument/2006/relationships/notesMaster" Target="/ppt/notesMasters/notesMaster1.xml" Id="Rf8f9899d4db2491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33eacfdb3ee4cb4" /><Relationship Type="http://schemas.openxmlformats.org/officeDocument/2006/relationships/notesMaster" Target="/ppt/notesMasters/notesMaster1.xml" Id="Ref1fde9caa8f465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9b6b1ecf46b482a" /><Relationship Type="http://schemas.openxmlformats.org/officeDocument/2006/relationships/notesMaster" Target="/ppt/notesMasters/notesMaster1.xml" Id="Redbed610555f451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b15870fd4374c0b" /><Relationship Type="http://schemas.openxmlformats.org/officeDocument/2006/relationships/notesMaster" Target="/ppt/notesMasters/notesMaster1.xml" Id="Rc684a15e71154d7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5056eb3c8b14233" /><Relationship Type="http://schemas.openxmlformats.org/officeDocument/2006/relationships/notesMaster" Target="/ppt/notesMasters/notesMaster1.xml" Id="R79411882e2e24ba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4934918bf414ce6" /><Relationship Type="http://schemas.openxmlformats.org/officeDocument/2006/relationships/notesMaster" Target="/ppt/notesMasters/notesMaster1.xml" Id="R1f0b3079fd6a400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970cdee6e834614" /><Relationship Type="http://schemas.openxmlformats.org/officeDocument/2006/relationships/notesMaster" Target="/ppt/notesMasters/notesMaster1.xml" Id="R2e576ba094db4d7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a5c7c257f4e4647" /><Relationship Type="http://schemas.openxmlformats.org/officeDocument/2006/relationships/notesMaster" Target="/ppt/notesMasters/notesMaster1.xml" Id="R37974e7875254a7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4dec54159df485a" /><Relationship Type="http://schemas.openxmlformats.org/officeDocument/2006/relationships/notesMaster" Target="/ppt/notesMasters/notesMaster1.xml" Id="Rf973eef54d7e4a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5f3e9afa5c47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956f9cb92347e3" /><Relationship Type="http://schemas.openxmlformats.org/officeDocument/2006/relationships/slideLayout" Target="/ppt/slideLayouts/slideLayout1.xml" Id="R707d93ac27e249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7d93ac27e249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fda4a992d4c14" /><Relationship Type="http://schemas.openxmlformats.org/officeDocument/2006/relationships/notesSlide" Target="/ppt/notesSlides/notesSlide1.xml" Id="Rf91856f1430d4a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b190f4a8ae49ed" /><Relationship Type="http://schemas.openxmlformats.org/officeDocument/2006/relationships/notesSlide" Target="/ppt/notesSlides/notesSlide2.xml" Id="Re726cc88c22141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75d49f0b394d3e" /><Relationship Type="http://schemas.openxmlformats.org/officeDocument/2006/relationships/notesSlide" Target="/ppt/notesSlides/notesSlide3.xml" Id="R861687da73884c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3b06e490946dc" /><Relationship Type="http://schemas.openxmlformats.org/officeDocument/2006/relationships/notesSlide" Target="/ppt/notesSlides/notesSlide4.xml" Id="R53f0dc637acb41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c2a9bed3854a70" /><Relationship Type="http://schemas.openxmlformats.org/officeDocument/2006/relationships/notesSlide" Target="/ppt/notesSlides/notesSlide5.xml" Id="R5b8983fa1c6b4b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cd9768d2d42c6" /><Relationship Type="http://schemas.openxmlformats.org/officeDocument/2006/relationships/notesSlide" Target="/ppt/notesSlides/notesSlide6.xml" Id="Rbad689e9c0dc40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414e41410348f7" /><Relationship Type="http://schemas.openxmlformats.org/officeDocument/2006/relationships/notesSlide" Target="/ppt/notesSlides/notesSlide7.xml" Id="R3a02a9deeaa94b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67ff420234f16" /><Relationship Type="http://schemas.openxmlformats.org/officeDocument/2006/relationships/notesSlide" Target="/ppt/notesSlides/notesSlide8.xml" Id="Rb48e1e21687547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c49ff3c8f485c" /><Relationship Type="http://schemas.openxmlformats.org/officeDocument/2006/relationships/notesSlide" Target="/ppt/notesSlides/notesSlide9.xml" Id="R9a8b1d149129467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7bdb91f144664" /><Relationship Type="http://schemas.openxmlformats.org/officeDocument/2006/relationships/notesSlide" Target="/ppt/notesSlides/notesSlide10.xml" Id="R9e944a88fea9402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5f9213c8648c2" /><Relationship Type="http://schemas.openxmlformats.org/officeDocument/2006/relationships/notesSlide" Target="/ppt/notesSlides/notesSlide11.xml" Id="R86120ea7a52943c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6c30cccdb486e" /><Relationship Type="http://schemas.openxmlformats.org/officeDocument/2006/relationships/notesSlide" Target="/ppt/notesSlides/notesSlide12.xml" Id="Refa832682244476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544630a1f4051" /><Relationship Type="http://schemas.openxmlformats.org/officeDocument/2006/relationships/notesSlide" Target="/ppt/notesSlides/notesSlide13.xml" Id="R9ea4ee2168854f4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85bf6d3c949cb" /><Relationship Type="http://schemas.openxmlformats.org/officeDocument/2006/relationships/notesSlide" Target="/ppt/notesSlides/notesSlide14.xml" Id="R151da41f9014442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f1d2d09564594" /><Relationship Type="http://schemas.openxmlformats.org/officeDocument/2006/relationships/notesSlide" Target="/ppt/notesSlides/notesSlide15.xml" Id="R8d3033c8aa474bf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3b3663f20e4c44" /><Relationship Type="http://schemas.openxmlformats.org/officeDocument/2006/relationships/notesSlide" Target="/ppt/notesSlides/notesSlide16.xml" Id="R7f9b150c463740a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235dcca9f4d56" /><Relationship Type="http://schemas.openxmlformats.org/officeDocument/2006/relationships/notesSlide" Target="/ppt/notesSlides/notesSlide17.xml" Id="R2dbde87f893a461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953b42b2440c3" /><Relationship Type="http://schemas.openxmlformats.org/officeDocument/2006/relationships/notesSlide" Target="/ppt/notesSlides/notesSlide18.xml" Id="R51ceb58dffe4484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e9d17d2704a8d" /><Relationship Type="http://schemas.openxmlformats.org/officeDocument/2006/relationships/notesSlide" Target="/ppt/notesSlides/notesSlide19.xml" Id="Rabaa924bfc4c468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91ba28aee4cbd" /><Relationship Type="http://schemas.openxmlformats.org/officeDocument/2006/relationships/notesSlide" Target="/ppt/notesSlides/notesSlide20.xml" Id="R5feed21f44e24ae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96a5ff4724e24" /><Relationship Type="http://schemas.openxmlformats.org/officeDocument/2006/relationships/notesSlide" Target="/ppt/notesSlides/notesSlide21.xml" Id="Re18a0ac50da04b5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4cf1ceffc14f1a" /><Relationship Type="http://schemas.openxmlformats.org/officeDocument/2006/relationships/notesSlide" Target="/ppt/notesSlides/notesSlide22.xml" Id="R75dd06e7e92d4e6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a7a14887f4e10" /><Relationship Type="http://schemas.openxmlformats.org/officeDocument/2006/relationships/notesSlide" Target="/ppt/notesSlides/notesSlide23.xml" Id="R85658752bad44e4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2208ac32345d1" /><Relationship Type="http://schemas.openxmlformats.org/officeDocument/2006/relationships/notesSlide" Target="/ppt/notesSlides/notesSlide24.xml" Id="Rbbf308491d9a415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b420bc1728460c" /><Relationship Type="http://schemas.openxmlformats.org/officeDocument/2006/relationships/notesSlide" Target="/ppt/notesSlides/notesSlide25.xml" Id="R2f80e4baa956451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b8a444ceeb4c4f" /><Relationship Type="http://schemas.openxmlformats.org/officeDocument/2006/relationships/notesSlide" Target="/ppt/notesSlides/notesSlide26.xml" Id="R8fd308dad1794f8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def4b947cd466f" /><Relationship Type="http://schemas.openxmlformats.org/officeDocument/2006/relationships/notesSlide" Target="/ppt/notesSlides/notesSlide27.xml" Id="R596d222df67d481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4d816d5594aa5" /><Relationship Type="http://schemas.openxmlformats.org/officeDocument/2006/relationships/notesSlide" Target="/ppt/notesSlides/notesSlide28.xml" Id="Rcafd2c5b4a1b461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763d1a20e40db" /><Relationship Type="http://schemas.openxmlformats.org/officeDocument/2006/relationships/notesSlide" Target="/ppt/notesSlides/notesSlide29.xml" Id="R5beea348c4d94a8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09e3f0e864423" /><Relationship Type="http://schemas.openxmlformats.org/officeDocument/2006/relationships/notesSlide" Target="/ppt/notesSlides/notesSlide30.xml" Id="R42caa9e1287f471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7bf7b434264a10" /><Relationship Type="http://schemas.openxmlformats.org/officeDocument/2006/relationships/notesSlide" Target="/ppt/notesSlides/notesSlide31.xml" Id="Rbd849f82240d4c3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e99b736004ad5" /><Relationship Type="http://schemas.openxmlformats.org/officeDocument/2006/relationships/notesSlide" Target="/ppt/notesSlides/notesSlide32.xml" Id="Rdff43a02c16945d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39f6a88064f1f" /><Relationship Type="http://schemas.openxmlformats.org/officeDocument/2006/relationships/notesSlide" Target="/ppt/notesSlides/notesSlide33.xml" Id="R5169b7ae9ba5437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d91bee5ae4c10" /><Relationship Type="http://schemas.openxmlformats.org/officeDocument/2006/relationships/notesSlide" Target="/ppt/notesSlides/notesSlide34.xml" Id="R9f51a83a6cce45a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6ab227347463e" /><Relationship Type="http://schemas.openxmlformats.org/officeDocument/2006/relationships/notesSlide" Target="/ppt/notesSlides/notesSlide35.xml" Id="R5b684b969bb94ef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10b43c5ad44f1" /><Relationship Type="http://schemas.openxmlformats.org/officeDocument/2006/relationships/notesSlide" Target="/ppt/notesSlides/notesSlide36.xml" Id="R6e821b1552184c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1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C094D0-2D97-4CFE-9E48-1FAC617E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DDAA44-787D-419D-B0A8-D92418C7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465E60-15BF-4D75-BD43-30403AF0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D7CE0-3730-4EF5-B3C8-BB0BE4E3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27ABE4-8847-4753-89D3-DF615235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714CE-F1A0-4789-9706-6DF4D4AA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Semantic HTML and content structure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DA4A82-5DE5-4873-9CA3-3715E3CA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2857500" cy="238125"/>
          </a:xfrm>
          <a:prstGeom xmlns:a="http://schemas.openxmlformats.org/drawingml/2006/main" prst="roundRect">
            <a:avLst>
              <a:gd name="adj" fmla="val 48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59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1DFC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1DFC0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127BCD-197D-4DFF-941C-DE91557E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6191250" cy="1238250"/>
          </a:xfrm>
          <a:prstGeom xmlns:a="http://schemas.openxmlformats.org/drawingml/2006/main" prst="roundRect">
            <a:avLst>
              <a:gd name="adj" fmla="val 923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412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Semantic HTML and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Content 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3AE6CE-64AC-407E-9BA9-9AB6B8B1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5905500" cy="333375"/>
          </a:xfrm>
          <a:prstGeom xmlns:a="http://schemas.openxmlformats.org/drawingml/2006/main" prst="roundRect">
            <a:avLst>
              <a:gd name="adj" fmla="val 3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544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Making a document legible to people and machines</a:t>
            </a:r>
          </a:p>
        </p:txBody>
      </p:sp>
    </p:spTree>
    <p:extLst>
      <p:ext uri="{BB962C8B-B14F-4D97-AF65-F5344CB8AC3E}">
        <p14:creationId xmlns:p14="http://schemas.microsoft.com/office/powerpoint/2010/main" val="18020853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70B8DD-886F-4F90-8D04-917418D4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8B4281-0F3B-45C1-BBA8-5E0BF532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2C3F0-A1AE-43CA-A701-F38CD0CA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5F20D-5112-493A-AC9F-97F328F3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75A8E7-D5ED-4A85-9DFE-7523CC47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EE3E3-BD72-4B44-8BA5-4E2522BC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Week 2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DB015F-8E25-47E6-A8FA-9CDA0BEF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96500" cy="11430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What is this content, and how does each part relate to the whole?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06608B-E422-400B-946D-4516B546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59610B-74ED-495B-AD1F-EB752A1F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10096500" cy="333375"/>
          </a:xfrm>
          <a:prstGeom xmlns:a="http://schemas.openxmlformats.org/drawingml/2006/main" prst="roundRect">
            <a:avLst>
              <a:gd name="adj" fmla="val 3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544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Question for discussion: What would change if this element used a generic div instead?</a:t>
            </a:r>
          </a:p>
        </p:txBody>
      </p:sp>
    </p:spTree>
    <p:extLst>
      <p:ext uri="{BB962C8B-B14F-4D97-AF65-F5344CB8AC3E}">
        <p14:creationId xmlns:p14="http://schemas.microsoft.com/office/powerpoint/2010/main" val="19697282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CB70CD-0B39-4C52-B01D-D302384E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12C62F-C2B0-4503-AC02-393D4CA6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1E263-63D1-451C-B210-633901D8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411011-E05B-46E2-AF85-6D966E5A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68D2AA-1E22-4690-BF8F-7D16C135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5E58C-0AD6-43B4-8AEA-F13DCC3D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From page appearance to page meaning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0BCC11-D623-4DAD-AD62-19599DE2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96500" cy="11430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visually polished page can still have a broken document outline.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28413-3800-42D3-A3C4-DA6185B4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FF5800-F408-436F-A9A0-8512EE74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10096500" cy="333375"/>
          </a:xfrm>
          <a:prstGeom xmlns:a="http://schemas.openxmlformats.org/drawingml/2006/main" prst="roundRect">
            <a:avLst>
              <a:gd name="adj" fmla="val 3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544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Question for discussion: What would change if this element used a generic div instead?</a:t>
            </a:r>
          </a:p>
        </p:txBody>
      </p:sp>
    </p:spTree>
    <p:extLst>
      <p:ext uri="{BB962C8B-B14F-4D97-AF65-F5344CB8AC3E}">
        <p14:creationId xmlns:p14="http://schemas.microsoft.com/office/powerpoint/2010/main" val="20052392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510074-D277-4B44-9DC9-A026E825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3A6A29-C51C-4F81-B11A-58EE7340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99B0C9-20AA-4746-935F-332E4003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16741-27EE-4EA2-96ED-37755EC8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B5276B-CE8E-4674-8268-D4DE4282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4F0211-B434-4E97-AB89-D17BB3ED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Learning outcomes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D2C0DD-1F5F-4645-8E8C-7D11A5B8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96500" cy="11430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Build a semantic outline, use landmarks, choose elements by purpose and audit a page with browser tools.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EBE12-7A39-453C-A0FC-AC28BB63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1C5AC9-9B1E-4165-BEB6-4AB418F6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10096500" cy="333375"/>
          </a:xfrm>
          <a:prstGeom xmlns:a="http://schemas.openxmlformats.org/drawingml/2006/main" prst="roundRect">
            <a:avLst>
              <a:gd name="adj" fmla="val 3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544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Question for discussion: What would change if this element used a generic div instead?</a:t>
            </a:r>
          </a:p>
        </p:txBody>
      </p:sp>
    </p:spTree>
    <p:extLst>
      <p:ext uri="{BB962C8B-B14F-4D97-AF65-F5344CB8AC3E}">
        <p14:creationId xmlns:p14="http://schemas.microsoft.com/office/powerpoint/2010/main" val="16813700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8F1C89-C9A2-445A-84AB-63014AFE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6B084-4346-4769-86B2-AC428BF3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4ADB8F-7AAB-488E-BB3A-D2BBBFE0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5549B8-24F9-4BA9-B78D-73D27754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B825CF-D371-4E49-ABCF-C8DB08DF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08D30B-202F-4787-AEB9-967A31E8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HTML is a vocabulary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8207D2-2CEF-42C9-8D27-54893F82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96500" cy="11430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Tags describe the role of content. CSS can change appearance, but it cannot give a div the meaning of a button.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DFCA8C-FD0B-4581-924C-AE2ECF8C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6FC63E-7044-4AF2-B4BA-DAD02EB4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10096500" cy="333375"/>
          </a:xfrm>
          <a:prstGeom xmlns:a="http://schemas.openxmlformats.org/drawingml/2006/main" prst="roundRect">
            <a:avLst>
              <a:gd name="adj" fmla="val 3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544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Question for discussion: What would change if this element used a generic div instead?</a:t>
            </a:r>
          </a:p>
        </p:txBody>
      </p:sp>
    </p:spTree>
    <p:extLst>
      <p:ext uri="{BB962C8B-B14F-4D97-AF65-F5344CB8AC3E}">
        <p14:creationId xmlns:p14="http://schemas.microsoft.com/office/powerpoint/2010/main" val="7017931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0BAB36-FBCA-46E8-8367-307C6AFB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486A4-6E72-4199-A640-377FB575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A61245-B268-4627-9726-7A655D23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130759-D7C6-4309-912D-712ED9C2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75427-4E22-4A1A-8A8D-78DE9C0B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7C0CE-D211-47E9-82C7-C7644DEB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minimum document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32A516-63A7-494D-80EA-182FE595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6680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F395E1-84F6-46C5-A945-72EA08D8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10096500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&lt;!doctype html&gt;</a:t>
            </a:r>
          </a:p>
          <a:p xmlns:a="http://schemas.openxmlformats.org/drawingml/2006/main">
            <a:pPr>
              <a:defRPr sz="165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&lt;html lang="en"&gt;</a:t>
            </a:r>
          </a:p>
          <a:p xmlns:a="http://schemas.openxmlformats.org/drawingml/2006/main">
            <a:pPr>
              <a:defRPr sz="165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  &lt;head&gt;&lt;title&gt;Garden guide&lt;/title&gt;&lt;/head&gt;</a:t>
            </a:r>
          </a:p>
          <a:p xmlns:a="http://schemas.openxmlformats.org/drawingml/2006/main">
            <a:pPr>
              <a:defRPr sz="165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  &lt;body&gt;&lt;main&gt;...&lt;/main&gt;&lt;/body&gt;</a:t>
            </a:r>
          </a:p>
          <a:p xmlns:a="http://schemas.openxmlformats.org/drawingml/2006/main">
            <a:pPr>
              <a:defRPr sz="165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&lt;/html&gt;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4B93D7-DCE5-4D25-BA54-0AFC752C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86375"/>
            <a:ext cx="80962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Read the element, content, relationship and purpose.</a:t>
            </a:r>
          </a:p>
        </p:txBody>
      </p:sp>
    </p:spTree>
    <p:extLst>
      <p:ext uri="{BB962C8B-B14F-4D97-AF65-F5344CB8AC3E}">
        <p14:creationId xmlns:p14="http://schemas.microsoft.com/office/powerpoint/2010/main" val="1578228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417342-DF71-4172-922B-497EF5F1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56799-188B-439A-9E26-90CD687D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80B9E3-2983-40D7-8911-FADC5CC4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BA1670-5C05-48A2-97DD-5223F905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FFE804-8994-4248-A7DC-2861EB07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2C790E-A938-461F-B152-FB85A67B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Language metadata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70579E-C493-4C92-A6D3-C6CD3ED0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96500" cy="11430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lang attribute gives browsers and assistive technology a starting language for pronunciation and translation.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B36CE2-7317-4149-99FC-76D95722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7CDD00-8894-4B30-AC02-1616B2DC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10096500" cy="333375"/>
          </a:xfrm>
          <a:prstGeom xmlns:a="http://schemas.openxmlformats.org/drawingml/2006/main" prst="roundRect">
            <a:avLst>
              <a:gd name="adj" fmla="val 3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544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Question for discussion: What would change if this element used a generic div instead?</a:t>
            </a:r>
          </a:p>
        </p:txBody>
      </p:sp>
    </p:spTree>
    <p:extLst>
      <p:ext uri="{BB962C8B-B14F-4D97-AF65-F5344CB8AC3E}">
        <p14:creationId xmlns:p14="http://schemas.microsoft.com/office/powerpoint/2010/main" val="649431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3C9F9E-DA5D-442C-BE36-65864B26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469E94-2147-459B-B210-870A91C5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7AEEB5-F5C9-4F55-9F62-9DE19E5A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6BBF6-74ED-4914-A828-136B5874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0F2D2F-7F67-43E1-855A-C0C52E67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EF2B7B-D30C-4883-BF12-74308466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page outline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5B5202-40DB-476D-AF0B-FFC4C212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96500" cy="11430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heading sequence is an argument about what matters most.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B9F882-F2B5-42D9-B4D9-90796B78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0E61BF-2E72-4642-9337-15B29634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10096500" cy="333375"/>
          </a:xfrm>
          <a:prstGeom xmlns:a="http://schemas.openxmlformats.org/drawingml/2006/main" prst="roundRect">
            <a:avLst>
              <a:gd name="adj" fmla="val 3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544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Question for discussion: What would change if this element used a generic div instead?</a:t>
            </a:r>
          </a:p>
        </p:txBody>
      </p:sp>
    </p:spTree>
    <p:extLst>
      <p:ext uri="{BB962C8B-B14F-4D97-AF65-F5344CB8AC3E}">
        <p14:creationId xmlns:p14="http://schemas.microsoft.com/office/powerpoint/2010/main" val="4692244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562C9B-754B-47C7-9E8A-E224F83A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B4836C-9B98-4121-9D88-BA0FEA79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A46398-91B0-47AF-89CB-A5521D2C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CC7E4-20C0-48D3-8B17-D155C0DA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8FDCD6-0B65-46B2-B228-50EA7196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85AD78-2910-4E29-B485-19BC9C5B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One h1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603D3-65A3-4861-BB54-96BDC6F9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96500" cy="11430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Use one page title that describes the page's central subject or task.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516A2B-1AAD-40EB-BB99-955930B9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46A843-9F79-499B-82DF-152C01C5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10096500" cy="333375"/>
          </a:xfrm>
          <a:prstGeom xmlns:a="http://schemas.openxmlformats.org/drawingml/2006/main" prst="roundRect">
            <a:avLst>
              <a:gd name="adj" fmla="val 3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544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Question for discussion: What would change if this element used a generic div instead?</a:t>
            </a:r>
          </a:p>
        </p:txBody>
      </p:sp>
    </p:spTree>
    <p:extLst>
      <p:ext uri="{BB962C8B-B14F-4D97-AF65-F5344CB8AC3E}">
        <p14:creationId xmlns:p14="http://schemas.microsoft.com/office/powerpoint/2010/main" val="2322458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5D3632-1F76-42B7-AF55-D4989516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CE88B-D974-4FEC-A99F-2A9CF020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4154BC-1AEE-4EE0-AEFE-1B73D4E8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BC1C6F-638B-4DC0-A2DE-98D28A8E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15ECA6-A07D-4EF8-ADFE-953C189C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A380E-EBAF-475D-951A-20ECA9E8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Section headings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05DE8C-7413-472C-A2E5-CE740512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96500" cy="11430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Use h2 for main sections and h3 only when it belongs inside an h2 section.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A2C11A-B86E-4454-A2A6-943903C1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6F8F9-812A-4E66-8B0A-E980F404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10096500" cy="333375"/>
          </a:xfrm>
          <a:prstGeom xmlns:a="http://schemas.openxmlformats.org/drawingml/2006/main" prst="roundRect">
            <a:avLst>
              <a:gd name="adj" fmla="val 3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544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Question for discussion: What would change if this element used a generic div instead?</a:t>
            </a:r>
          </a:p>
        </p:txBody>
      </p:sp>
    </p:spTree>
    <p:extLst>
      <p:ext uri="{BB962C8B-B14F-4D97-AF65-F5344CB8AC3E}">
        <p14:creationId xmlns:p14="http://schemas.microsoft.com/office/powerpoint/2010/main" val="2269589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31C519-EC94-411E-AF22-3D9A7521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AEE5B-BE06-410D-BE77-41FCFAEF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73DDE-BC24-4072-8CF1-6FA90901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EC59E-8F2E-43CF-A3A2-D66416DD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F0113-7F11-447F-9019-F0CDECFE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CCD7D1-B2ED-496B-AC72-D3341013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Heading audit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E3DE71-76B3-4C92-BBB8-89C63E3C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96500" cy="11430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Read headings alone. Does their sequence tell a coherent story without body paragraphs?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2EEC10-ED90-40FC-932F-3DCCD298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81DDF3-349A-413E-97C7-F52BEAC4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10096500" cy="333375"/>
          </a:xfrm>
          <a:prstGeom xmlns:a="http://schemas.openxmlformats.org/drawingml/2006/main" prst="roundRect">
            <a:avLst>
              <a:gd name="adj" fmla="val 3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544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Question for discussion: What would change if this element used a generic div instead?</a:t>
            </a:r>
          </a:p>
        </p:txBody>
      </p:sp>
    </p:spTree>
    <p:extLst>
      <p:ext uri="{BB962C8B-B14F-4D97-AF65-F5344CB8AC3E}">
        <p14:creationId xmlns:p14="http://schemas.microsoft.com/office/powerpoint/2010/main" val="9348033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8EAD84-AEBF-4029-BBDC-96FBDBBF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FEBC7C-B4C1-40D8-A86C-F4B77126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3B1347-A032-4732-A709-DE1C7A6E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83C72E-FFE9-415D-953A-0BE664C7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07838-6ADD-4AC9-B806-6C366122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AD7075-0C08-4322-B618-B9CD993F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Landmarks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CB841D-91ED-4F78-9069-241A6ADC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96500" cy="11430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header, nav, main, aside and footer let readers move between meaningful regions.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BF3D2F-7738-454D-A15C-4CB0E98A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ED40CA-9A79-4A4B-8FE8-E3B1B18D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10096500" cy="333375"/>
          </a:xfrm>
          <a:prstGeom xmlns:a="http://schemas.openxmlformats.org/drawingml/2006/main" prst="roundRect">
            <a:avLst>
              <a:gd name="adj" fmla="val 3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544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Question for discussion: What would change if this element used a generic div instead?</a:t>
            </a:r>
          </a:p>
        </p:txBody>
      </p:sp>
    </p:spTree>
    <p:extLst>
      <p:ext uri="{BB962C8B-B14F-4D97-AF65-F5344CB8AC3E}">
        <p14:creationId xmlns:p14="http://schemas.microsoft.com/office/powerpoint/2010/main" val="19154067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01257E-946F-4D48-8752-6B26D111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B67DF-83DD-47F9-8D23-23DC88EF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FB890E-5366-40EC-AE03-3D674A57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FC22EA-723C-475D-97B6-EE7D708C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62331-8D25-4B30-8FCF-AF1DD5CE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5C0DE-E3F9-4ED2-A437-3361988C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main landmark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E3D9F6-0905-47B6-BDB5-7954DEC4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96500" cy="11430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Use one main region for the unique content of the page. Repeated site chrome belongs outside 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A3DDCF-2847-4852-A8E4-B2487A5C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2B9BEF-73EA-4DF6-ADCC-AA4735D4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10096500" cy="333375"/>
          </a:xfrm>
          <a:prstGeom xmlns:a="http://schemas.openxmlformats.org/drawingml/2006/main" prst="roundRect">
            <a:avLst>
              <a:gd name="adj" fmla="val 3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544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Question for discussion: What would change if this element used a generic div instead?</a:t>
            </a:r>
          </a:p>
        </p:txBody>
      </p:sp>
    </p:spTree>
    <p:extLst>
      <p:ext uri="{BB962C8B-B14F-4D97-AF65-F5344CB8AC3E}">
        <p14:creationId xmlns:p14="http://schemas.microsoft.com/office/powerpoint/2010/main" val="9243814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7D9A82-6939-4041-93BE-7B7B33E2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C2049-8810-47C0-9E9C-7BC33EB0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71DE1C-089C-41BC-B202-EF327C8F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3D8FB9-7E0B-4F86-AB0E-03FA1ACA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39342-EE68-4D24-9951-A4274BF7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20DC2E-A1E9-47AA-A0CA-72F6FF74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Navigation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FF4C05-7C7A-433F-A821-6720D3D0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96500" cy="11430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nav landmark groups links that help a visitor move through a site or a substantial local section.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A0550-4823-48B6-B9C3-1A525225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74A323-5D9F-443B-8854-D0E75C1E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10096500" cy="333375"/>
          </a:xfrm>
          <a:prstGeom xmlns:a="http://schemas.openxmlformats.org/drawingml/2006/main" prst="roundRect">
            <a:avLst>
              <a:gd name="adj" fmla="val 3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544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Question for discussion: What would change if this element used a generic div instead?</a:t>
            </a:r>
          </a:p>
        </p:txBody>
      </p:sp>
    </p:spTree>
    <p:extLst>
      <p:ext uri="{BB962C8B-B14F-4D97-AF65-F5344CB8AC3E}">
        <p14:creationId xmlns:p14="http://schemas.microsoft.com/office/powerpoint/2010/main" val="26830760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7FD7D-773A-4907-A737-C015816D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83F34A-4CB8-43BF-A6AE-5C9860C6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D8E156-4098-4DB8-A0D3-022AEC7B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2A26C0-E595-4D00-86A4-9C11227A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8BF4AD-D24E-4FB3-95A0-4B1308E0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30849B-9B9F-4D57-A3B2-05EA233B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Article and section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162D4-4CF4-4590-A222-E5EB8AAD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96500" cy="11430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article holds a self-contained item. section groups related material when a heading can name the group.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2FFC6C-8905-4527-B319-BACFC2F0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944C20-2E78-4FD2-90C7-AC388614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10096500" cy="333375"/>
          </a:xfrm>
          <a:prstGeom xmlns:a="http://schemas.openxmlformats.org/drawingml/2006/main" prst="roundRect">
            <a:avLst>
              <a:gd name="adj" fmla="val 3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544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Question for discussion: What would change if this element used a generic div instead?</a:t>
            </a:r>
          </a:p>
        </p:txBody>
      </p:sp>
    </p:spTree>
    <p:extLst>
      <p:ext uri="{BB962C8B-B14F-4D97-AF65-F5344CB8AC3E}">
        <p14:creationId xmlns:p14="http://schemas.microsoft.com/office/powerpoint/2010/main" val="74575722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B5FB4A-BC2C-452C-A7C0-FF262E6B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43622E-5FC6-4B26-8807-70B156E8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54A20A-0209-4ED0-95DD-2FB7742D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7362A8-E345-43B1-BE13-A43D680D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527C8F-31CB-4888-8C1D-7AC4BEEE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0048EF-CF58-45DB-80A1-A04F508E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semantic article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69DE7-06C9-42BA-AB28-82118F67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6680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782242-F382-4EC4-AE04-AAF6E397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10096500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&lt;article&gt;</a:t>
            </a:r>
          </a:p>
          <a:p xmlns:a="http://schemas.openxmlformats.org/drawingml/2006/main">
            <a:pPr>
              <a:defRPr sz="165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  &lt;h1&gt;Weekend repair clinic&lt;/h1&gt;</a:t>
            </a:r>
          </a:p>
          <a:p xmlns:a="http://schemas.openxmlformats.org/drawingml/2006/main">
            <a:pPr>
              <a:defRPr sz="165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  &lt;p&gt;Bring a small household item.&lt;/p&gt;</a:t>
            </a:r>
          </a:p>
          <a:p xmlns:a="http://schemas.openxmlformats.org/drawingml/2006/main">
            <a:pPr>
              <a:defRPr sz="165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&lt;/article&gt;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3781EB-B070-4A56-9EA1-7A1C2B77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86375"/>
            <a:ext cx="80962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Read the element, content, relationship and purpose.</a:t>
            </a:r>
          </a:p>
        </p:txBody>
      </p:sp>
    </p:spTree>
    <p:extLst>
      <p:ext uri="{BB962C8B-B14F-4D97-AF65-F5344CB8AC3E}">
        <p14:creationId xmlns:p14="http://schemas.microsoft.com/office/powerpoint/2010/main" val="153787277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022995-8D44-4EED-AE49-4BF8ED2D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152A9B-5DA7-440D-9A6B-9A4AA0E4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FE7C9D-8BA8-49CF-B535-80D90A4B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DE60D2-41E6-4284-A0DD-FC33C91A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2CCA6A-BCB8-41E9-A187-F64E32E7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DDA42F-C0AC-47D3-81D1-D9AF639C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Lists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88BEDC-CAEF-40B1-A263-723B9E07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96500" cy="11430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Use ul for a group without order, ol for a sequence, and dl when a term pairs with a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6ADED2-7F63-4712-B88D-836AB108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F1414E-1EF9-4070-B574-7C5855E4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10096500" cy="333375"/>
          </a:xfrm>
          <a:prstGeom xmlns:a="http://schemas.openxmlformats.org/drawingml/2006/main" prst="roundRect">
            <a:avLst>
              <a:gd name="adj" fmla="val 3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544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Question for discussion: What would change if this element used a generic div instead?</a:t>
            </a:r>
          </a:p>
        </p:txBody>
      </p:sp>
    </p:spTree>
    <p:extLst>
      <p:ext uri="{BB962C8B-B14F-4D97-AF65-F5344CB8AC3E}">
        <p14:creationId xmlns:p14="http://schemas.microsoft.com/office/powerpoint/2010/main" val="3210362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4AA885-7485-4781-8905-BE13CCE7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0760F-183C-48C4-B1E0-411D020F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C44B69-62D8-4055-93D8-2DA01F22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0F1337-9CAD-47C3-BB4A-643265C3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7D3B3A-DD95-4031-8FE1-14248FDD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5373E-9E7A-4AF3-B232-27F7843B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a list matters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DC70AB-E587-419C-8D7E-5E1D4BFE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96500" cy="11430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screen reader can announce the number of items before a reader commits to exploring them.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3B0C3-78A2-4BFD-8FA0-A8F571D6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4AD0C4-D828-4829-AB7F-858DBB11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10096500" cy="333375"/>
          </a:xfrm>
          <a:prstGeom xmlns:a="http://schemas.openxmlformats.org/drawingml/2006/main" prst="roundRect">
            <a:avLst>
              <a:gd name="adj" fmla="val 3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544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Question for discussion: What would change if this element used a generic div instead?</a:t>
            </a:r>
          </a:p>
        </p:txBody>
      </p:sp>
    </p:spTree>
    <p:extLst>
      <p:ext uri="{BB962C8B-B14F-4D97-AF65-F5344CB8AC3E}">
        <p14:creationId xmlns:p14="http://schemas.microsoft.com/office/powerpoint/2010/main" val="199708885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98545D-6F0F-482D-B527-6D241A0C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759EF-84DB-4910-8BF8-43B3ADB1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266BE4-7447-4B55-B5CB-8B610DCA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247072-6A71-42BB-8EB0-8402083E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407ACC-28B0-4E4A-941B-86FAF0FF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2C20D3-591F-4DD2-B46C-A6F3EEB9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Links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F280C4-AB30-45CD-8E48-EAD1B39F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96500" cy="11430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link changes location. Its text should communicate the destination when read outside the surrounding sentence.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83B71B-7600-4C91-AD5B-4BA8E769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56765F-EF57-45B3-9EB1-4C026844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10096500" cy="333375"/>
          </a:xfrm>
          <a:prstGeom xmlns:a="http://schemas.openxmlformats.org/drawingml/2006/main" prst="roundRect">
            <a:avLst>
              <a:gd name="adj" fmla="val 3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544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Question for discussion: What would change if this element used a generic div instead?</a:t>
            </a:r>
          </a:p>
        </p:txBody>
      </p:sp>
    </p:spTree>
    <p:extLst>
      <p:ext uri="{BB962C8B-B14F-4D97-AF65-F5344CB8AC3E}">
        <p14:creationId xmlns:p14="http://schemas.microsoft.com/office/powerpoint/2010/main" val="198675558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3BADBF-1046-4D7A-9F45-01AB8075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C8D81C-87B1-4986-BF09-1B51E118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B80652-B809-4964-9180-EF76E734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3097BD-7B60-457A-AEDB-C6CBF141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34FBE7-9861-449D-9A77-ABADD9B9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A5D35A-9C95-4790-874D-A05A74E9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Buttons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8ADD1F-0A26-4092-8658-AC9680FC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96500" cy="11430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button performs an action, such as opening a menu, sending a form or adding an item to a current task.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C04D67-5ED8-40A5-AF72-6F463990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66D778-632C-42DE-9DEF-0BD020C3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10096500" cy="333375"/>
          </a:xfrm>
          <a:prstGeom xmlns:a="http://schemas.openxmlformats.org/drawingml/2006/main" prst="roundRect">
            <a:avLst>
              <a:gd name="adj" fmla="val 3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544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Question for discussion: What would change if this element used a generic div instead?</a:t>
            </a:r>
          </a:p>
        </p:txBody>
      </p:sp>
    </p:spTree>
    <p:extLst>
      <p:ext uri="{BB962C8B-B14F-4D97-AF65-F5344CB8AC3E}">
        <p14:creationId xmlns:p14="http://schemas.microsoft.com/office/powerpoint/2010/main" val="95594072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1C3FB-FA59-46BC-8D21-7B3D37E3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DC4617-C74B-4535-A4E7-2F5F2F9C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85DA49-2144-4FFD-A338-F2EA3C36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FC157-F06B-43A8-8D75-79288DEB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BE430F-2733-4676-B2C8-B7B3C97A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E60703-8F91-499E-A178-60594B30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link is not a button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5F6BCE-77B5-41AE-9609-76BCC989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6680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9868FD-FAC6-46A0-864B-392DC468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10096500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&lt;a href="/events"&gt;Browse events&lt;/a&gt;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&lt;button type="button"&gt;Open filters&lt;/button&gt;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74B4CE-4B61-4D2D-BF8D-35ED9A7A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86375"/>
            <a:ext cx="80962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Read the element, content, relationship and purpose.</a:t>
            </a:r>
          </a:p>
        </p:txBody>
      </p:sp>
    </p:spTree>
    <p:extLst>
      <p:ext uri="{BB962C8B-B14F-4D97-AF65-F5344CB8AC3E}">
        <p14:creationId xmlns:p14="http://schemas.microsoft.com/office/powerpoint/2010/main" val="21924211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85533C-1A46-4E86-87A2-5A529AAB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D6812-53AA-4882-BA23-41D95300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6A2E78-B273-45FE-A917-0EC78709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B75C88-8021-4838-8B24-FA6CC6D2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C2540-008E-4308-AF56-303C3330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6797E-B652-469D-85BE-A18E4F22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Images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E07748-23C3-422A-BDA8-897A8EFF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96500" cy="11430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Decide whether an image is decorative, informative, functional or complex before writing alternative 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0654E9-ADF3-41E4-808E-6DF5CDCA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8287DA-06BB-47C9-9CF7-C1CB8723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10096500" cy="333375"/>
          </a:xfrm>
          <a:prstGeom xmlns:a="http://schemas.openxmlformats.org/drawingml/2006/main" prst="roundRect">
            <a:avLst>
              <a:gd name="adj" fmla="val 3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544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Question for discussion: What would change if this element used a generic div instead?</a:t>
            </a:r>
          </a:p>
        </p:txBody>
      </p:sp>
    </p:spTree>
    <p:extLst>
      <p:ext uri="{BB962C8B-B14F-4D97-AF65-F5344CB8AC3E}">
        <p14:creationId xmlns:p14="http://schemas.microsoft.com/office/powerpoint/2010/main" val="43657660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14A6AC-174C-4B67-9121-812C936C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22DE4-F57A-4752-A017-BB7A25FC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0D7DB-BEE9-4B0F-8C88-66D60D62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2B134-CCF5-4355-9507-D92FB618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02840C-9594-456F-B44A-18860CE1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D886A-8E74-45A4-A31C-93BBDA19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Alternative 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E4AAE2-F4F9-4A8B-9206-F9361706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96500" cy="11430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useful description depends on purpose. Describe the information a sighted reader gets from the image in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953C4F-6D92-43B8-AB13-49BE39EC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CA4E16-CD8F-47B8-8F4F-1690279A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10096500" cy="333375"/>
          </a:xfrm>
          <a:prstGeom xmlns:a="http://schemas.openxmlformats.org/drawingml/2006/main" prst="roundRect">
            <a:avLst>
              <a:gd name="adj" fmla="val 3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544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Question for discussion: What would change if this element used a generic div instead?</a:t>
            </a:r>
          </a:p>
        </p:txBody>
      </p:sp>
    </p:spTree>
    <p:extLst>
      <p:ext uri="{BB962C8B-B14F-4D97-AF65-F5344CB8AC3E}">
        <p14:creationId xmlns:p14="http://schemas.microsoft.com/office/powerpoint/2010/main" val="153443266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C1BB23-5D05-4C69-99D5-DA9FDAC8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E64892-A5E3-45C1-B140-AA17B998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70A7EB-E28E-4241-A5D3-00C8CE9C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CA08A3-B3A9-4F3E-B231-8FD4598F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DAC546-63A1-4253-9E84-7ED53D23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524459-2C55-460A-A7BF-08FE2456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Figures and captions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DAC15B-2D63-4D2C-A227-853BF732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96500" cy="11430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Use figure and figcaption when an image or diagram needs a visible explanatory caption.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912822-93BE-4FF8-8C59-426AA993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C5668B-B494-422B-9070-E7F69378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10096500" cy="333375"/>
          </a:xfrm>
          <a:prstGeom xmlns:a="http://schemas.openxmlformats.org/drawingml/2006/main" prst="roundRect">
            <a:avLst>
              <a:gd name="adj" fmla="val 3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544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Question for discussion: What would change if this element used a generic div instead?</a:t>
            </a:r>
          </a:p>
        </p:txBody>
      </p:sp>
    </p:spTree>
    <p:extLst>
      <p:ext uri="{BB962C8B-B14F-4D97-AF65-F5344CB8AC3E}">
        <p14:creationId xmlns:p14="http://schemas.microsoft.com/office/powerpoint/2010/main" val="157526610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52B046-C129-48F0-898F-A374B284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AF06AF-3578-4256-B836-11332969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93CAA6-EDAE-423D-B2DE-9F5247E2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BDD89E-D6CF-43BC-8F00-69AEA57D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60D9D2-7737-42AB-9217-C78B3246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3F34C-8484-4DCE-8B38-E913F92C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Tables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F11DEE-24FE-45A3-93CA-4EC5063D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96500" cy="11430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Use tables for data with two-dimensional relationships, never as a shortcut for page layout.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ABB118-EE1C-4CD0-891B-BE325954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C10028-D078-4D69-A7C0-72620F74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10096500" cy="333375"/>
          </a:xfrm>
          <a:prstGeom xmlns:a="http://schemas.openxmlformats.org/drawingml/2006/main" prst="roundRect">
            <a:avLst>
              <a:gd name="adj" fmla="val 3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544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Question for discussion: What would change if this element used a generic div instead?</a:t>
            </a:r>
          </a:p>
        </p:txBody>
      </p:sp>
    </p:spTree>
    <p:extLst>
      <p:ext uri="{BB962C8B-B14F-4D97-AF65-F5344CB8AC3E}">
        <p14:creationId xmlns:p14="http://schemas.microsoft.com/office/powerpoint/2010/main" val="8874599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E51505-283A-4D0B-8FDB-69306FDA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C84310-62D0-4B69-B394-433F6E6F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932F8F-D2E7-452C-9F8D-D4DBAA22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22C2B-CBAF-4F15-A008-2737AB90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2916F6-4B31-46C0-A95A-961B6B85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B75B2C-11DB-42DA-A0FA-66EAEC10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Header cells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A66B5D-CE81-40C4-9364-28AE6534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6680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2D118-3621-4211-8C4C-D017D5DE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10096500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&lt;table&gt;</a:t>
            </a:r>
          </a:p>
          <a:p xmlns:a="http://schemas.openxmlformats.org/drawingml/2006/main">
            <a:pPr>
              <a:defRPr sz="165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 &lt;thead&gt;&lt;tr&gt;&lt;th scope="col"&gt;Week&lt;/th&gt;&lt;th scope="col"&gt;Topic&lt;/th&gt;&lt;/tr&gt;&lt;/thead&gt;</a:t>
            </a:r>
          </a:p>
          <a:p xmlns:a="http://schemas.openxmlformats.org/drawingml/2006/main">
            <a:pPr>
              <a:defRPr sz="165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 &lt;tbody&gt;&lt;tr&gt;&lt;td&gt;2&lt;/td&gt;&lt;td&gt;Semantics&lt;/td&gt;&lt;/tr&gt;&lt;/tbody&gt;</a:t>
            </a:r>
          </a:p>
          <a:p xmlns:a="http://schemas.openxmlformats.org/drawingml/2006/main">
            <a:pPr>
              <a:defRPr sz="165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&lt;/table&gt;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5FAA33-8205-4CC4-A38E-33646E23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86375"/>
            <a:ext cx="80962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Read the element, content, relationship and purpose.</a:t>
            </a:r>
          </a:p>
        </p:txBody>
      </p:sp>
    </p:spTree>
    <p:extLst>
      <p:ext uri="{BB962C8B-B14F-4D97-AF65-F5344CB8AC3E}">
        <p14:creationId xmlns:p14="http://schemas.microsoft.com/office/powerpoint/2010/main" val="73350115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DC9689-873A-4783-8290-1A441DF3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345346-C6C6-43FA-B0C9-101B86E8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16749A-A64F-47EE-B5BF-AA69CEF6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37DF3D-5694-4BD8-B900-62873713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E8A114-FF3D-4F86-ABD5-DB43342E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22192F-3857-404C-9A1B-F16B9DF8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Forms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17499D-B0DD-4D44-ACBE-AE066673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96500" cy="11430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Every control needs a visible label. Placeholder text disappears and cannot replace a label.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0C651F-E81E-49A2-B877-D6FFEF90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F277E-9B9F-4519-8877-7832A1D3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10096500" cy="333375"/>
          </a:xfrm>
          <a:prstGeom xmlns:a="http://schemas.openxmlformats.org/drawingml/2006/main" prst="roundRect">
            <a:avLst>
              <a:gd name="adj" fmla="val 3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544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Question for discussion: What would change if this element used a generic div instead?</a:t>
            </a:r>
          </a:p>
        </p:txBody>
      </p:sp>
    </p:spTree>
    <p:extLst>
      <p:ext uri="{BB962C8B-B14F-4D97-AF65-F5344CB8AC3E}">
        <p14:creationId xmlns:p14="http://schemas.microsoft.com/office/powerpoint/2010/main" val="204828151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6412B6-46D1-4386-A634-02D2C2A3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B4FD0-A108-413A-8A1D-FFA0ED3A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BAB32-339D-47C7-BF2E-268C20CE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763011-9636-407D-A889-D111DE6F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30A6F5-2A32-49F0-B400-DD88F942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455FAE-62EF-4ED4-A109-361EC9EF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Form labels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3E155-919A-4BCB-BD62-6EBCDF38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6680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C3169E-687A-4753-BBF9-C8CE231E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10096500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&lt;label for="email"&gt;Email address&lt;/label&gt;</a:t>
            </a:r>
          </a:p>
          <a:p xmlns:a="http://schemas.openxmlformats.org/drawingml/2006/main">
            <a:pPr>
              <a:defRPr sz="165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&lt;input id="email" type="email" autocomplete="email"&gt;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D2A68-5ABA-4A41-949C-3461FCFB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86375"/>
            <a:ext cx="80962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Read the element, content, relationship and purpose.</a:t>
            </a:r>
          </a:p>
        </p:txBody>
      </p:sp>
    </p:spTree>
    <p:extLst>
      <p:ext uri="{BB962C8B-B14F-4D97-AF65-F5344CB8AC3E}">
        <p14:creationId xmlns:p14="http://schemas.microsoft.com/office/powerpoint/2010/main" val="103680687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87C0BE-BAA4-4BB6-AB3E-D0E6715E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1B9637-B8B1-409D-AAA3-AF89BC05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8B9B0B-8428-4BC7-B92C-4ED7115C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D62035-5AB9-4625-8936-4F3AC6B4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8E0387-2CDD-4781-BFB7-E8D9C422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EAF20-807A-4161-9269-1AAECBEE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Error messages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75A93A-6A42-4EC4-AFC6-C579C34E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96500" cy="11430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Describe what went wrong and how to fix it. Connect the message to the field rather than relying on a red border.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81969B-28FB-46EB-9EEC-6F1FC80A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9B4CAE-D2F5-4187-AB3F-583CBE96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10096500" cy="333375"/>
          </a:xfrm>
          <a:prstGeom xmlns:a="http://schemas.openxmlformats.org/drawingml/2006/main" prst="roundRect">
            <a:avLst>
              <a:gd name="adj" fmla="val 3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544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Question for discussion: What would change if this element used a generic div instead?</a:t>
            </a:r>
          </a:p>
        </p:txBody>
      </p:sp>
    </p:spTree>
    <p:extLst>
      <p:ext uri="{BB962C8B-B14F-4D97-AF65-F5344CB8AC3E}">
        <p14:creationId xmlns:p14="http://schemas.microsoft.com/office/powerpoint/2010/main" val="212492043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2A08B5-016F-4E64-8A00-15632E52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9C1D08-7B4C-4DDD-859E-51F08DA9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E40676-646F-4B3F-9AD7-7D39FDAC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3ACD0F-7E63-4CBF-ADBA-704557A9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8D58CD-66CE-4730-860E-894EC8F7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93B404-F9BE-487C-8644-A54B6582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Source order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BA1C57-3716-4B5E-BE14-08DB9B09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96500" cy="11430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CSS can rearrange visual layout. Keep the HTML order logical for keyboard and screen-reader users.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FDD26F-9F8C-4EAA-A5A8-72D8A524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DA3D47-8ED2-4C6D-B4CD-8B514F04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10096500" cy="333375"/>
          </a:xfrm>
          <a:prstGeom xmlns:a="http://schemas.openxmlformats.org/drawingml/2006/main" prst="roundRect">
            <a:avLst>
              <a:gd name="adj" fmla="val 3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544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Question for discussion: What would change if this element used a generic div instead?</a:t>
            </a:r>
          </a:p>
        </p:txBody>
      </p:sp>
    </p:spTree>
    <p:extLst>
      <p:ext uri="{BB962C8B-B14F-4D97-AF65-F5344CB8AC3E}">
        <p14:creationId xmlns:p14="http://schemas.microsoft.com/office/powerpoint/2010/main" val="199612836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82E408-5254-4225-8E89-10DAC68A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CE5DC-BB6E-479F-BF5F-5EA56554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42419-7A25-446F-8C57-D32D1ACA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6AF5B-61DB-4922-87FE-8924883F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C8692-0985-4963-A2E0-0442C6CD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E6740F-9378-425C-81DA-D1217A67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Browser inspection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B0E596-F316-4CC3-A9FF-BD47000A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96500" cy="11430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Use DevTools to inspect the elements panel, computed styles, accessibility tree and keyboard focus order.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39482-0B98-49F4-8FC0-BC36A87B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65C54A-4678-4A86-BAA0-E3C51A92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10096500" cy="333375"/>
          </a:xfrm>
          <a:prstGeom xmlns:a="http://schemas.openxmlformats.org/drawingml/2006/main" prst="roundRect">
            <a:avLst>
              <a:gd name="adj" fmla="val 3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544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Question for discussion: What would change if this element used a generic div instead?</a:t>
            </a:r>
          </a:p>
        </p:txBody>
      </p:sp>
    </p:spTree>
    <p:extLst>
      <p:ext uri="{BB962C8B-B14F-4D97-AF65-F5344CB8AC3E}">
        <p14:creationId xmlns:p14="http://schemas.microsoft.com/office/powerpoint/2010/main" val="2011982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F8D51C-45A9-4B88-A5AE-BC62937B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C6C74F-02B8-4D05-92FC-563DD4C2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4B97A-9A12-4DE3-87B0-F5E25962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79B80-2833-4417-8567-11EBB9E0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33B355-9924-4877-8BB8-B80C9DFE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3490D2-5E83-499A-83C7-8DF4CCFC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Studio audit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8C7E6B-3FB7-4EF6-A4C7-D330E3E8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96500" cy="11430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Choose a page, map its headings and landmarks, then identify one element whose current HTML does not match its purpose.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E15245-D39B-408F-B47E-873146A8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F85D48-23CE-4658-A295-BD1797FA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10096500" cy="333375"/>
          </a:xfrm>
          <a:prstGeom xmlns:a="http://schemas.openxmlformats.org/drawingml/2006/main" prst="roundRect">
            <a:avLst>
              <a:gd name="adj" fmla="val 3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544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Question for discussion: What would change if this element used a generic div instead?</a:t>
            </a:r>
          </a:p>
        </p:txBody>
      </p:sp>
    </p:spTree>
    <p:extLst>
      <p:ext uri="{BB962C8B-B14F-4D97-AF65-F5344CB8AC3E}">
        <p14:creationId xmlns:p14="http://schemas.microsoft.com/office/powerpoint/2010/main" val="73857119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523948-6037-4508-92FF-794AB615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3C40C1-B049-4C48-87F5-728D52A1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F4555-2369-4285-89EA-792D92BB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22D2D-E40C-4D7A-94A7-CF9A8B68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0B5B0F-F57A-4DA0-BA64-A517D26C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724DEF-76A6-446B-9C4D-DA42C1FE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Studio build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27A6CD-A1C6-44B9-BEFF-A134B023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96500" cy="11430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Create a plain HTML guide with one h1, three h2 sections, a navigation list, one figure and a small data table.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14730C-AC76-4143-9711-1E1E9510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20837C-894D-46AC-9D6F-1329C3E4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10096500" cy="333375"/>
          </a:xfrm>
          <a:prstGeom xmlns:a="http://schemas.openxmlformats.org/drawingml/2006/main" prst="roundRect">
            <a:avLst>
              <a:gd name="adj" fmla="val 3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544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Question for discussion: What would change if this element used a generic div instead?</a:t>
            </a:r>
          </a:p>
        </p:txBody>
      </p:sp>
    </p:spTree>
    <p:extLst>
      <p:ext uri="{BB962C8B-B14F-4D97-AF65-F5344CB8AC3E}">
        <p14:creationId xmlns:p14="http://schemas.microsoft.com/office/powerpoint/2010/main" val="65944091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AE0DDE-9A6E-4503-AE30-2D7BA839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C103C9-40B8-4039-86C6-53BBE2FF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E0F014-0F95-4806-866C-D08D2DDA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8C3049-A456-42C8-A95A-D07FED92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8973E-9F90-45B8-8399-E4FB8818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2D4E89-063B-4533-95B3-EC32B3D7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Review checklist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2132BC-8A91-4473-8C32-B0026585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96500" cy="11430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Heading order makes sense. Links describe destinations. Buttons act. Images have roles. Tables hold data. Labels name fields.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B8F0BB-B170-4AEB-ABC3-0C19F4E5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D2FB8B-1090-417F-969E-D9C86123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10096500" cy="333375"/>
          </a:xfrm>
          <a:prstGeom xmlns:a="http://schemas.openxmlformats.org/drawingml/2006/main" prst="roundRect">
            <a:avLst>
              <a:gd name="adj" fmla="val 3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544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Question for discussion: What would change if this element used a generic div instead?</a:t>
            </a:r>
          </a:p>
        </p:txBody>
      </p:sp>
    </p:spTree>
    <p:extLst>
      <p:ext uri="{BB962C8B-B14F-4D97-AF65-F5344CB8AC3E}">
        <p14:creationId xmlns:p14="http://schemas.microsoft.com/office/powerpoint/2010/main" val="81088933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B010E8-B2EB-46FF-80EC-FF02B4E8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4FDCB-A027-459D-BBCC-7FB5D2D7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25F648-453A-4B5C-A876-27CABDEA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D3CC6A-BD76-4687-97BB-7C1F5644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A8F288-8BA3-488E-B758-2EEB473A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746361-FD39-4FBA-A014-F326AB95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Further practice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44FA02-8633-4570-AE0D-8D5A726D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96500" cy="11430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MDN HTML learning area, W3C WAI tutorials and the browser accessibility tree support continued practice.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CF560B-BA85-40AD-9F26-E0005B74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D1CBA0-986E-4D58-832B-9DF6E84E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10096500" cy="333375"/>
          </a:xfrm>
          <a:prstGeom xmlns:a="http://schemas.openxmlformats.org/drawingml/2006/main" prst="roundRect">
            <a:avLst>
              <a:gd name="adj" fmla="val 3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544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Question for discussion: What would change if this element used a generic div instead?</a:t>
            </a:r>
          </a:p>
        </p:txBody>
      </p:sp>
    </p:spTree>
    <p:extLst>
      <p:ext uri="{BB962C8B-B14F-4D97-AF65-F5344CB8AC3E}">
        <p14:creationId xmlns:p14="http://schemas.microsoft.com/office/powerpoint/2010/main" val="55842468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4B9FCD-9F0A-449E-A4E8-D9D00C05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02BB5A-B00A-4919-962D-A11E364B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B187C0-B091-40B3-A00E-175BF592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36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CEEC1F-72C6-45F2-A2B8-64B17E50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CD85ED-0BC3-4391-AB3B-7775E17D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42AA3-DD53-468F-BB82-8093F08F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Next week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86CE2D-93D9-404B-A004-27A582D6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96500" cy="11430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Typography and visual hierarchy: how CSS can strengthen a document that already makes sense.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9DD498-0C5C-49FC-B128-CE678DFF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5436FA-71C7-4C37-A553-E19FAB3F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10096500" cy="333375"/>
          </a:xfrm>
          <a:prstGeom xmlns:a="http://schemas.openxmlformats.org/drawingml/2006/main" prst="roundRect">
            <a:avLst>
              <a:gd name="adj" fmla="val 3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544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Question for discussion: What would change if this element used a generic div instead?</a:t>
            </a:r>
          </a:p>
        </p:txBody>
      </p:sp>
    </p:spTree>
    <p:extLst>
      <p:ext uri="{BB962C8B-B14F-4D97-AF65-F5344CB8AC3E}">
        <p14:creationId xmlns:p14="http://schemas.microsoft.com/office/powerpoint/2010/main" val="103022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2026-09-13T06:49:23.0930000Z</dcterms:created>
  <dcterms:modified xsi:type="dcterms:W3CDTF">2026-09-13T06:49:23.0930000Z</dcterms:modified>
</coreProperties>
</file>