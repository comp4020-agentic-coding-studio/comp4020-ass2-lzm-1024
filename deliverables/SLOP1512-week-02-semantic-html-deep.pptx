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7e99af74e04866" /><Relationship Type="http://schemas.openxmlformats.org/officeDocument/2006/relationships/extended-properties" Target="/docProps/app.xml" Id="R848cf4e1585a4cc0" /><Relationship Type="http://schemas.openxmlformats.org/officeDocument/2006/relationships/officeDocument" Target="/ppt/presentation.xml" Id="R66082e766af1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2065c4e364397"/>
  </p:sldMasterIdLst>
  <p:notesMasterIdLst>
    <p:notesMasterId xmlns:r="http://schemas.openxmlformats.org/officeDocument/2006/relationships" r:id="R4eada97d7d8f431b"/>
  </p:notesMasterIdLst>
  <p:sldIdLst>
    <p:sldId xmlns:r="http://schemas.openxmlformats.org/officeDocument/2006/relationships" id="256" r:id="R056b6ac7310d40fe"/>
    <p:sldId xmlns:r="http://schemas.openxmlformats.org/officeDocument/2006/relationships" id="257" r:id="R9eba581222544cd3"/>
    <p:sldId xmlns:r="http://schemas.openxmlformats.org/officeDocument/2006/relationships" id="258" r:id="R593cf3802f4a4b3d"/>
    <p:sldId xmlns:r="http://schemas.openxmlformats.org/officeDocument/2006/relationships" id="259" r:id="R8e329fdec8254b55"/>
    <p:sldId xmlns:r="http://schemas.openxmlformats.org/officeDocument/2006/relationships" id="260" r:id="R0685a8cf95834868"/>
    <p:sldId xmlns:r="http://schemas.openxmlformats.org/officeDocument/2006/relationships" id="261" r:id="Rcd238e0d91a74076"/>
    <p:sldId xmlns:r="http://schemas.openxmlformats.org/officeDocument/2006/relationships" id="262" r:id="Rf4cfc0fb44774534"/>
    <p:sldId xmlns:r="http://schemas.openxmlformats.org/officeDocument/2006/relationships" id="263" r:id="R9abf89a93a114085"/>
    <p:sldId xmlns:r="http://schemas.openxmlformats.org/officeDocument/2006/relationships" id="264" r:id="R63253bce7c054b04"/>
    <p:sldId xmlns:r="http://schemas.openxmlformats.org/officeDocument/2006/relationships" id="265" r:id="R8c149ced9290485d"/>
    <p:sldId xmlns:r="http://schemas.openxmlformats.org/officeDocument/2006/relationships" id="266" r:id="R689b9ddb5bce4c27"/>
    <p:sldId xmlns:r="http://schemas.openxmlformats.org/officeDocument/2006/relationships" id="267" r:id="R4bc946992cd14815"/>
    <p:sldId xmlns:r="http://schemas.openxmlformats.org/officeDocument/2006/relationships" id="268" r:id="Ra2153f2a6eec4eea"/>
    <p:sldId xmlns:r="http://schemas.openxmlformats.org/officeDocument/2006/relationships" id="269" r:id="R1469d9bcb0734629"/>
    <p:sldId xmlns:r="http://schemas.openxmlformats.org/officeDocument/2006/relationships" id="270" r:id="R3bd8cffa70534c7f"/>
    <p:sldId xmlns:r="http://schemas.openxmlformats.org/officeDocument/2006/relationships" id="271" r:id="R6f7a80d815bf413b"/>
    <p:sldId xmlns:r="http://schemas.openxmlformats.org/officeDocument/2006/relationships" id="272" r:id="R6a19b7f3f57f435f"/>
    <p:sldId xmlns:r="http://schemas.openxmlformats.org/officeDocument/2006/relationships" id="273" r:id="R9d3e8b7bebce42bf"/>
    <p:sldId xmlns:r="http://schemas.openxmlformats.org/officeDocument/2006/relationships" id="274" r:id="R0ec6f87797594d3e"/>
    <p:sldId xmlns:r="http://schemas.openxmlformats.org/officeDocument/2006/relationships" id="275" r:id="Ra4d01bbf21fb4348"/>
    <p:sldId xmlns:r="http://schemas.openxmlformats.org/officeDocument/2006/relationships" id="276" r:id="R35576f372f554630"/>
    <p:sldId xmlns:r="http://schemas.openxmlformats.org/officeDocument/2006/relationships" id="277" r:id="R671ac309f161485e"/>
    <p:sldId xmlns:r="http://schemas.openxmlformats.org/officeDocument/2006/relationships" id="278" r:id="R05564ea0d0f7433b"/>
    <p:sldId xmlns:r="http://schemas.openxmlformats.org/officeDocument/2006/relationships" id="279" r:id="Ra594496a8a49415f"/>
    <p:sldId xmlns:r="http://schemas.openxmlformats.org/officeDocument/2006/relationships" id="280" r:id="R62cefb64fe3a46ac"/>
    <p:sldId xmlns:r="http://schemas.openxmlformats.org/officeDocument/2006/relationships" id="281" r:id="R9a22d81bcf3c4df9"/>
    <p:sldId xmlns:r="http://schemas.openxmlformats.org/officeDocument/2006/relationships" id="282" r:id="Rf88a793897f74709"/>
    <p:sldId xmlns:r="http://schemas.openxmlformats.org/officeDocument/2006/relationships" id="283" r:id="R222f343d81474208"/>
    <p:sldId xmlns:r="http://schemas.openxmlformats.org/officeDocument/2006/relationships" id="284" r:id="Rfc4965c69bcb443c"/>
    <p:sldId xmlns:r="http://schemas.openxmlformats.org/officeDocument/2006/relationships" id="285" r:id="Re1e78271bb3142b0"/>
    <p:sldId xmlns:r="http://schemas.openxmlformats.org/officeDocument/2006/relationships" id="286" r:id="R64393f5ad4824b33"/>
    <p:sldId xmlns:r="http://schemas.openxmlformats.org/officeDocument/2006/relationships" id="287" r:id="Re0ed2345c7c04312"/>
    <p:sldId xmlns:r="http://schemas.openxmlformats.org/officeDocument/2006/relationships" id="288" r:id="Re12ab03ea05c4d2f"/>
    <p:sldId xmlns:r="http://schemas.openxmlformats.org/officeDocument/2006/relationships" id="289" r:id="Rb831768ddb634f6b"/>
    <p:sldId xmlns:r="http://schemas.openxmlformats.org/officeDocument/2006/relationships" id="290" r:id="Rac15f682ba174944"/>
    <p:sldId xmlns:r="http://schemas.openxmlformats.org/officeDocument/2006/relationships" id="291" r:id="Rf99614267bc947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b915a28c448ce" /><Relationship Type="http://schemas.openxmlformats.org/officeDocument/2006/relationships/slideMaster" Target="/ppt/slideMasters/slideMaster1.xml" Id="Rb362065c4e364397" /><Relationship Type="http://schemas.openxmlformats.org/officeDocument/2006/relationships/notesMaster" Target="/ppt/notesMasters/notesMaster1.xml" Id="R4eada97d7d8f431b" /><Relationship Type="http://schemas.openxmlformats.org/officeDocument/2006/relationships/presProps" Target="/ppt/presProps.xml" Id="R901349b3d8ea4818" /><Relationship Type="http://schemas.openxmlformats.org/officeDocument/2006/relationships/tableStyles" Target="/ppt/tableStyles.xml" Id="Re90dfbe047af4e48" /><Relationship Type="http://schemas.openxmlformats.org/officeDocument/2006/relationships/slide" Target="/ppt/slides/slide1.xml" Id="R056b6ac7310d40fe" /><Relationship Type="http://schemas.openxmlformats.org/officeDocument/2006/relationships/slide" Target="/ppt/slides/slide2.xml" Id="R9eba581222544cd3" /><Relationship Type="http://schemas.openxmlformats.org/officeDocument/2006/relationships/slide" Target="/ppt/slides/slide3.xml" Id="R593cf3802f4a4b3d" /><Relationship Type="http://schemas.openxmlformats.org/officeDocument/2006/relationships/slide" Target="/ppt/slides/slide4.xml" Id="R8e329fdec8254b55" /><Relationship Type="http://schemas.openxmlformats.org/officeDocument/2006/relationships/slide" Target="/ppt/slides/slide5.xml" Id="R0685a8cf95834868" /><Relationship Type="http://schemas.openxmlformats.org/officeDocument/2006/relationships/slide" Target="/ppt/slides/slide6.xml" Id="Rcd238e0d91a74076" /><Relationship Type="http://schemas.openxmlformats.org/officeDocument/2006/relationships/slide" Target="/ppt/slides/slide7.xml" Id="Rf4cfc0fb44774534" /><Relationship Type="http://schemas.openxmlformats.org/officeDocument/2006/relationships/slide" Target="/ppt/slides/slide8.xml" Id="R9abf89a93a114085" /><Relationship Type="http://schemas.openxmlformats.org/officeDocument/2006/relationships/slide" Target="/ppt/slides/slide9.xml" Id="R63253bce7c054b04" /><Relationship Type="http://schemas.openxmlformats.org/officeDocument/2006/relationships/slide" Target="/ppt/slides/slide10.xml" Id="R8c149ced9290485d" /><Relationship Type="http://schemas.openxmlformats.org/officeDocument/2006/relationships/slide" Target="/ppt/slides/slide11.xml" Id="R689b9ddb5bce4c27" /><Relationship Type="http://schemas.openxmlformats.org/officeDocument/2006/relationships/slide" Target="/ppt/slides/slide12.xml" Id="R4bc946992cd14815" /><Relationship Type="http://schemas.openxmlformats.org/officeDocument/2006/relationships/slide" Target="/ppt/slides/slide13.xml" Id="Ra2153f2a6eec4eea" /><Relationship Type="http://schemas.openxmlformats.org/officeDocument/2006/relationships/slide" Target="/ppt/slides/slide14.xml" Id="R1469d9bcb0734629" /><Relationship Type="http://schemas.openxmlformats.org/officeDocument/2006/relationships/slide" Target="/ppt/slides/slide15.xml" Id="R3bd8cffa70534c7f" /><Relationship Type="http://schemas.openxmlformats.org/officeDocument/2006/relationships/slide" Target="/ppt/slides/slide16.xml" Id="R6f7a80d815bf413b" /><Relationship Type="http://schemas.openxmlformats.org/officeDocument/2006/relationships/slide" Target="/ppt/slides/slide17.xml" Id="R6a19b7f3f57f435f" /><Relationship Type="http://schemas.openxmlformats.org/officeDocument/2006/relationships/slide" Target="/ppt/slides/slide18.xml" Id="R9d3e8b7bebce42bf" /><Relationship Type="http://schemas.openxmlformats.org/officeDocument/2006/relationships/slide" Target="/ppt/slides/slide19.xml" Id="R0ec6f87797594d3e" /><Relationship Type="http://schemas.openxmlformats.org/officeDocument/2006/relationships/slide" Target="/ppt/slides/slide20.xml" Id="Ra4d01bbf21fb4348" /><Relationship Type="http://schemas.openxmlformats.org/officeDocument/2006/relationships/slide" Target="/ppt/slides/slide21.xml" Id="R35576f372f554630" /><Relationship Type="http://schemas.openxmlformats.org/officeDocument/2006/relationships/slide" Target="/ppt/slides/slide22.xml" Id="R671ac309f161485e" /><Relationship Type="http://schemas.openxmlformats.org/officeDocument/2006/relationships/slide" Target="/ppt/slides/slide23.xml" Id="R05564ea0d0f7433b" /><Relationship Type="http://schemas.openxmlformats.org/officeDocument/2006/relationships/slide" Target="/ppt/slides/slide24.xml" Id="Ra594496a8a49415f" /><Relationship Type="http://schemas.openxmlformats.org/officeDocument/2006/relationships/slide" Target="/ppt/slides/slide25.xml" Id="R62cefb64fe3a46ac" /><Relationship Type="http://schemas.openxmlformats.org/officeDocument/2006/relationships/slide" Target="/ppt/slides/slide26.xml" Id="R9a22d81bcf3c4df9" /><Relationship Type="http://schemas.openxmlformats.org/officeDocument/2006/relationships/slide" Target="/ppt/slides/slide27.xml" Id="Rf88a793897f74709" /><Relationship Type="http://schemas.openxmlformats.org/officeDocument/2006/relationships/slide" Target="/ppt/slides/slide28.xml" Id="R222f343d81474208" /><Relationship Type="http://schemas.openxmlformats.org/officeDocument/2006/relationships/slide" Target="/ppt/slides/slide29.xml" Id="Rfc4965c69bcb443c" /><Relationship Type="http://schemas.openxmlformats.org/officeDocument/2006/relationships/slide" Target="/ppt/slides/slide30.xml" Id="Re1e78271bb3142b0" /><Relationship Type="http://schemas.openxmlformats.org/officeDocument/2006/relationships/slide" Target="/ppt/slides/slide31.xml" Id="R64393f5ad4824b33" /><Relationship Type="http://schemas.openxmlformats.org/officeDocument/2006/relationships/slide" Target="/ppt/slides/slide32.xml" Id="Re0ed2345c7c04312" /><Relationship Type="http://schemas.openxmlformats.org/officeDocument/2006/relationships/slide" Target="/ppt/slides/slide33.xml" Id="Re12ab03ea05c4d2f" /><Relationship Type="http://schemas.openxmlformats.org/officeDocument/2006/relationships/slide" Target="/ppt/slides/slide34.xml" Id="Rb831768ddb634f6b" /><Relationship Type="http://schemas.openxmlformats.org/officeDocument/2006/relationships/slide" Target="/ppt/slides/slide35.xml" Id="Rac15f682ba174944" /><Relationship Type="http://schemas.openxmlformats.org/officeDocument/2006/relationships/slide" Target="/ppt/slides/slide36.xml" Id="Rf99614267bc9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0ecc3318d3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d98fb20b7c4c89" /><Relationship Type="http://schemas.openxmlformats.org/officeDocument/2006/relationships/notesMaster" Target="/ppt/notesMasters/notesMaster1.xml" Id="R514e789340b747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69ab62e1b44313" /><Relationship Type="http://schemas.openxmlformats.org/officeDocument/2006/relationships/notesMaster" Target="/ppt/notesMasters/notesMaster1.xml" Id="Re24943cac66347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26265761643e7" /><Relationship Type="http://schemas.openxmlformats.org/officeDocument/2006/relationships/notesMaster" Target="/ppt/notesMasters/notesMaster1.xml" Id="Rb80a00ddd03c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14ccefc9e3487e" /><Relationship Type="http://schemas.openxmlformats.org/officeDocument/2006/relationships/notesMaster" Target="/ppt/notesMasters/notesMaster1.xml" Id="Rc8ceea40c65e4a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1d15d5e3324964" /><Relationship Type="http://schemas.openxmlformats.org/officeDocument/2006/relationships/notesMaster" Target="/ppt/notesMasters/notesMaster1.xml" Id="Re30bc0b60878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51ceb638714cbd" /><Relationship Type="http://schemas.openxmlformats.org/officeDocument/2006/relationships/notesMaster" Target="/ppt/notesMasters/notesMaster1.xml" Id="R9726ee296eda41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18f5df4f43401e" /><Relationship Type="http://schemas.openxmlformats.org/officeDocument/2006/relationships/notesMaster" Target="/ppt/notesMasters/notesMaster1.xml" Id="R944debae03de43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61b8a81897415c" /><Relationship Type="http://schemas.openxmlformats.org/officeDocument/2006/relationships/notesMaster" Target="/ppt/notesMasters/notesMaster1.xml" Id="R97104db45f1545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c15aa44ecd4864" /><Relationship Type="http://schemas.openxmlformats.org/officeDocument/2006/relationships/notesMaster" Target="/ppt/notesMasters/notesMaster1.xml" Id="R449343dfb56c42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6c86b0ab6f45c0" /><Relationship Type="http://schemas.openxmlformats.org/officeDocument/2006/relationships/notesMaster" Target="/ppt/notesMasters/notesMaster1.xml" Id="R1b84dff4cda444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2681b41ee9471c" /><Relationship Type="http://schemas.openxmlformats.org/officeDocument/2006/relationships/notesMaster" Target="/ppt/notesMasters/notesMaster1.xml" Id="R69a1beb9a74141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1845d57bac4423" /><Relationship Type="http://schemas.openxmlformats.org/officeDocument/2006/relationships/notesMaster" Target="/ppt/notesMasters/notesMaster1.xml" Id="Re34a4262d27d42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b2db55ac5442a8" /><Relationship Type="http://schemas.openxmlformats.org/officeDocument/2006/relationships/notesMaster" Target="/ppt/notesMasters/notesMaster1.xml" Id="R83322e55041548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cc5afe92bc43dc" /><Relationship Type="http://schemas.openxmlformats.org/officeDocument/2006/relationships/notesMaster" Target="/ppt/notesMasters/notesMaster1.xml" Id="R656648f2c5a44a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29efe7eaf94c1c" /><Relationship Type="http://schemas.openxmlformats.org/officeDocument/2006/relationships/notesMaster" Target="/ppt/notesMasters/notesMaster1.xml" Id="Ra0cc2b1c2bad44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8c3d4c397b4aaa" /><Relationship Type="http://schemas.openxmlformats.org/officeDocument/2006/relationships/notesMaster" Target="/ppt/notesMasters/notesMaster1.xml" Id="R1f53809cb99642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67922fb7844492" /><Relationship Type="http://schemas.openxmlformats.org/officeDocument/2006/relationships/notesMaster" Target="/ppt/notesMasters/notesMaster1.xml" Id="R93278e94f92d45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20713331df47d9" /><Relationship Type="http://schemas.openxmlformats.org/officeDocument/2006/relationships/notesMaster" Target="/ppt/notesMasters/notesMaster1.xml" Id="R88daf86ed12641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c25b14310b4d7b" /><Relationship Type="http://schemas.openxmlformats.org/officeDocument/2006/relationships/notesMaster" Target="/ppt/notesMasters/notesMaster1.xml" Id="Red1445a142e243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5bfe354b9f41ad" /><Relationship Type="http://schemas.openxmlformats.org/officeDocument/2006/relationships/notesMaster" Target="/ppt/notesMasters/notesMaster1.xml" Id="Rf7ff06d1cc6143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09616fd8014338" /><Relationship Type="http://schemas.openxmlformats.org/officeDocument/2006/relationships/notesMaster" Target="/ppt/notesMasters/notesMaster1.xml" Id="R99577cc3dedb4e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618003a2534046" /><Relationship Type="http://schemas.openxmlformats.org/officeDocument/2006/relationships/notesMaster" Target="/ppt/notesMasters/notesMaster1.xml" Id="Rb7c1c17c6cc64f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70bf92b86b488a" /><Relationship Type="http://schemas.openxmlformats.org/officeDocument/2006/relationships/notesMaster" Target="/ppt/notesMasters/notesMaster1.xml" Id="R01132118f57b4e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7cdf7198514079" /><Relationship Type="http://schemas.openxmlformats.org/officeDocument/2006/relationships/notesMaster" Target="/ppt/notesMasters/notesMaster1.xml" Id="Rca01ad51c4b646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2afc600580a47b2" /><Relationship Type="http://schemas.openxmlformats.org/officeDocument/2006/relationships/notesMaster" Target="/ppt/notesMasters/notesMaster1.xml" Id="R87318909205a478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67c95d28324030" /><Relationship Type="http://schemas.openxmlformats.org/officeDocument/2006/relationships/notesMaster" Target="/ppt/notesMasters/notesMaster1.xml" Id="R3db8242becbf491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4b29795bb2478f" /><Relationship Type="http://schemas.openxmlformats.org/officeDocument/2006/relationships/notesMaster" Target="/ppt/notesMasters/notesMaster1.xml" Id="R95d4a15ad22245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a2ecb32bfc46af" /><Relationship Type="http://schemas.openxmlformats.org/officeDocument/2006/relationships/notesMaster" Target="/ppt/notesMasters/notesMaster1.xml" Id="R59685627fb154a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bd6d18d5544a26" /><Relationship Type="http://schemas.openxmlformats.org/officeDocument/2006/relationships/notesMaster" Target="/ppt/notesMasters/notesMaster1.xml" Id="Ra9b14e6a85514fe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a17bacbcd9492b" /><Relationship Type="http://schemas.openxmlformats.org/officeDocument/2006/relationships/notesMaster" Target="/ppt/notesMasters/notesMaster1.xml" Id="Rc6012f3f418747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d1a318fb67b4054" /><Relationship Type="http://schemas.openxmlformats.org/officeDocument/2006/relationships/notesMaster" Target="/ppt/notesMasters/notesMaster1.xml" Id="R3b0d4113d523455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8fc2c3fb02b4c1a" /><Relationship Type="http://schemas.openxmlformats.org/officeDocument/2006/relationships/notesMaster" Target="/ppt/notesMasters/notesMaster1.xml" Id="Re36e1f4f5c2b4f9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87eae4ce3dd4c81" /><Relationship Type="http://schemas.openxmlformats.org/officeDocument/2006/relationships/notesMaster" Target="/ppt/notesMasters/notesMaster1.xml" Id="R16ff357ac4b644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427d23261b4845" /><Relationship Type="http://schemas.openxmlformats.org/officeDocument/2006/relationships/notesMaster" Target="/ppt/notesMasters/notesMaster1.xml" Id="R63ba33105fc3439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841891008784ba5" /><Relationship Type="http://schemas.openxmlformats.org/officeDocument/2006/relationships/notesMaster" Target="/ppt/notesMasters/notesMaster1.xml" Id="Rca1f3b002bf6425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9e5c31cfed445d7" /><Relationship Type="http://schemas.openxmlformats.org/officeDocument/2006/relationships/notesMaster" Target="/ppt/notesMasters/notesMaster1.xml" Id="R626353587f674b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d5a23c4d34a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3cacfe04324db3" /><Relationship Type="http://schemas.openxmlformats.org/officeDocument/2006/relationships/slideLayout" Target="/ppt/slideLayouts/slideLayout1.xml" Id="R62c1be7e272a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c1be7e272a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90ae4dbe549db" /><Relationship Type="http://schemas.openxmlformats.org/officeDocument/2006/relationships/notesSlide" Target="/ppt/notesSlides/notesSlide1.xml" Id="Rd3a33b7f47bd49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6d1029894f2b" /><Relationship Type="http://schemas.openxmlformats.org/officeDocument/2006/relationships/notesSlide" Target="/ppt/notesSlides/notesSlide2.xml" Id="Ra98e7cf4ec0447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0b781ffef4375" /><Relationship Type="http://schemas.openxmlformats.org/officeDocument/2006/relationships/notesSlide" Target="/ppt/notesSlides/notesSlide3.xml" Id="Rce8fd4ff498f48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85b1b533c4d62" /><Relationship Type="http://schemas.openxmlformats.org/officeDocument/2006/relationships/notesSlide" Target="/ppt/notesSlides/notesSlide4.xml" Id="R1063a25343f0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402308c6b4e17" /><Relationship Type="http://schemas.openxmlformats.org/officeDocument/2006/relationships/notesSlide" Target="/ppt/notesSlides/notesSlide5.xml" Id="Rb699f6ad479e48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9f8aa5cef4482" /><Relationship Type="http://schemas.openxmlformats.org/officeDocument/2006/relationships/notesSlide" Target="/ppt/notesSlides/notesSlide6.xml" Id="Rbfccc2884bb8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d3ea8a48a44ac" /><Relationship Type="http://schemas.openxmlformats.org/officeDocument/2006/relationships/notesSlide" Target="/ppt/notesSlides/notesSlide7.xml" Id="R531046dda43d45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8e450327479d" /><Relationship Type="http://schemas.openxmlformats.org/officeDocument/2006/relationships/notesSlide" Target="/ppt/notesSlides/notesSlide8.xml" Id="R14060d4312de4b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e16fa82ad4191" /><Relationship Type="http://schemas.openxmlformats.org/officeDocument/2006/relationships/notesSlide" Target="/ppt/notesSlides/notesSlide9.xml" Id="Re9066b04c07f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be40247bb437b" /><Relationship Type="http://schemas.openxmlformats.org/officeDocument/2006/relationships/notesSlide" Target="/ppt/notesSlides/notesSlide10.xml" Id="R05045ba892aa44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c400b548445f4" /><Relationship Type="http://schemas.openxmlformats.org/officeDocument/2006/relationships/notesSlide" Target="/ppt/notesSlides/notesSlide11.xml" Id="Rd8cf0ddbe31842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af8f4f75848f6" /><Relationship Type="http://schemas.openxmlformats.org/officeDocument/2006/relationships/notesSlide" Target="/ppt/notesSlides/notesSlide12.xml" Id="R2d9ac1c0d3bb4c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bacd684d5485c" /><Relationship Type="http://schemas.openxmlformats.org/officeDocument/2006/relationships/notesSlide" Target="/ppt/notesSlides/notesSlide13.xml" Id="R30d5fe77c9a545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aa8a5098b404e" /><Relationship Type="http://schemas.openxmlformats.org/officeDocument/2006/relationships/notesSlide" Target="/ppt/notesSlides/notesSlide14.xml" Id="R5ed28e2a478741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44551f0704509" /><Relationship Type="http://schemas.openxmlformats.org/officeDocument/2006/relationships/notesSlide" Target="/ppt/notesSlides/notesSlide15.xml" Id="Rb7c05892ab6c47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5f6901bd0493d" /><Relationship Type="http://schemas.openxmlformats.org/officeDocument/2006/relationships/notesSlide" Target="/ppt/notesSlides/notesSlide16.xml" Id="R494c63c312be4e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0a163c9bc414f" /><Relationship Type="http://schemas.openxmlformats.org/officeDocument/2006/relationships/notesSlide" Target="/ppt/notesSlides/notesSlide17.xml" Id="Rdbfab4dac2884e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6d55055554b6e" /><Relationship Type="http://schemas.openxmlformats.org/officeDocument/2006/relationships/notesSlide" Target="/ppt/notesSlides/notesSlide18.xml" Id="R379628d14af74a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da5f2a8574dde" /><Relationship Type="http://schemas.openxmlformats.org/officeDocument/2006/relationships/notesSlide" Target="/ppt/notesSlides/notesSlide19.xml" Id="R0748f9b2241145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b76083f5e415a" /><Relationship Type="http://schemas.openxmlformats.org/officeDocument/2006/relationships/notesSlide" Target="/ppt/notesSlides/notesSlide20.xml" Id="Rcf3b77b440754b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cfaf2c7db461c" /><Relationship Type="http://schemas.openxmlformats.org/officeDocument/2006/relationships/notesSlide" Target="/ppt/notesSlides/notesSlide21.xml" Id="R2c95c5566dee4a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b8954776b4272" /><Relationship Type="http://schemas.openxmlformats.org/officeDocument/2006/relationships/notesSlide" Target="/ppt/notesSlides/notesSlide22.xml" Id="Rb8d2d352318f4f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f320c01734b50" /><Relationship Type="http://schemas.openxmlformats.org/officeDocument/2006/relationships/notesSlide" Target="/ppt/notesSlides/notesSlide23.xml" Id="Rf979ea74311e45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978ed9d204890" /><Relationship Type="http://schemas.openxmlformats.org/officeDocument/2006/relationships/notesSlide" Target="/ppt/notesSlides/notesSlide24.xml" Id="R2475b018bc8340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305d29d82434d" /><Relationship Type="http://schemas.openxmlformats.org/officeDocument/2006/relationships/notesSlide" Target="/ppt/notesSlides/notesSlide25.xml" Id="Rfdaab162996f47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5fd1cc0844a43" /><Relationship Type="http://schemas.openxmlformats.org/officeDocument/2006/relationships/notesSlide" Target="/ppt/notesSlides/notesSlide26.xml" Id="Rd76e12b780314fb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42164ec8b4a67" /><Relationship Type="http://schemas.openxmlformats.org/officeDocument/2006/relationships/notesSlide" Target="/ppt/notesSlides/notesSlide27.xml" Id="R2402262fcb0f4a2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d3dd1fbaf4a25" /><Relationship Type="http://schemas.openxmlformats.org/officeDocument/2006/relationships/notesSlide" Target="/ppt/notesSlides/notesSlide28.xml" Id="R86c12fd2b1db4bb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ecf5c60774d85" /><Relationship Type="http://schemas.openxmlformats.org/officeDocument/2006/relationships/notesSlide" Target="/ppt/notesSlides/notesSlide29.xml" Id="Rba40f67be0bd4d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42223a2b84554" /><Relationship Type="http://schemas.openxmlformats.org/officeDocument/2006/relationships/notesSlide" Target="/ppt/notesSlides/notesSlide30.xml" Id="R2505c05ae398469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e4082ecb6496a" /><Relationship Type="http://schemas.openxmlformats.org/officeDocument/2006/relationships/notesSlide" Target="/ppt/notesSlides/notesSlide31.xml" Id="Rcab7f27c8be24d1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de1d34f7b4fbc" /><Relationship Type="http://schemas.openxmlformats.org/officeDocument/2006/relationships/notesSlide" Target="/ppt/notesSlides/notesSlide32.xml" Id="R2ce20fdd1dc14fa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37e92f7e942ea" /><Relationship Type="http://schemas.openxmlformats.org/officeDocument/2006/relationships/notesSlide" Target="/ppt/notesSlides/notesSlide33.xml" Id="R8c17d2af908344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28cc3a1f42c4" /><Relationship Type="http://schemas.openxmlformats.org/officeDocument/2006/relationships/notesSlide" Target="/ppt/notesSlides/notesSlide34.xml" Id="Rf41ed20fc824468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052557c73439a" /><Relationship Type="http://schemas.openxmlformats.org/officeDocument/2006/relationships/notesSlide" Target="/ppt/notesSlides/notesSlide35.xml" Id="Rde61e9eef02248c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8c5f347c94dc5" /><Relationship Type="http://schemas.openxmlformats.org/officeDocument/2006/relationships/notesSlide" Target="/ppt/notesSlides/notesSlide36.xml" Id="R83308e56b6c8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1C8B0-8718-4BBB-9CCD-D3308C6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6EB1D-83AF-48FE-A092-EF291FC3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4F2C2-E5DA-4DC2-AD1D-1F78456D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D5891-5115-4662-BB2A-5CE03F3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559E-76B4-4155-87AD-9E160195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5A971-0E9A-4324-AFBD-881C9B48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Semantic HTML and content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29BB4-AEC6-42AC-975F-94C8FE9C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28575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59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370E2-6A99-4EE6-936B-07DD05A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61912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1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Semantic HTML and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F3976-4B08-4A95-9164-279F2B4F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905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544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Making a document legible to people and machines</a:t>
            </a:r>
          </a:p>
        </p:txBody>
      </p:sp>
    </p:spTree>
    <p:extLst>
      <p:ext uri="{BB962C8B-B14F-4D97-AF65-F5344CB8AC3E}">
        <p14:creationId xmlns:p14="http://schemas.microsoft.com/office/powerpoint/2010/main" val="439129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4DFC2-97C9-4243-98B3-BB3C099C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9CFB2-6F07-4787-A25A-80EEC97C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546FD-4890-44E8-8998-9C4BBE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BAF69-CC2C-4E28-B8DA-FB4FC327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124CD-0D49-4536-8598-6908A0C3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1C41F-19C3-44E7-AB82-8E4E60D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Week 2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73C73-C901-4D9E-87C4-8668EC81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is this content, and how does each part relate to the whole?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8D911-5431-4AEB-B0DE-6B9D683C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15FF6-E84B-4726-9C0F-230436FD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920964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A019C-3052-4C1D-A489-EFC05E9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6675D-99EF-4D0B-90C1-264693D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EB202-F2A8-41F1-B172-536C73A4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B50AD-A5DE-4063-9C24-ECC2D7CF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310C0-C230-493A-A81F-9B73A17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8A4EF-2B80-47CC-A59B-58C64343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From page appearance to page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D0A9B-85B7-4653-AEB5-95C60FEA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visually polished page can still have a broken document outline.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01A0B-F38F-4340-9BF1-7F3B42B8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0776E-EA20-4B90-9286-0D3030CA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487075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2678D-D246-45AF-8B71-7C6918C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2C991-FA39-43EA-86EE-3418B812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D4941-CB3D-41A7-ADEF-9082C82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DF292-C301-4EFB-B6F0-D1615249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32E2A-3369-447F-A462-4F13A66C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776DC-9307-49AC-A973-4D12F80A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1F58E-E3AF-4015-A7F8-0B949EA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semantic outline, use landmarks, choose elements by purpose and audit a page with browser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DC878-4281-4570-9BD2-F2461A25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F2A7D-8C71-47CB-BA88-24D1A1F2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555769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B25AC-DB64-4029-928C-36405D3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3E388-E732-4EA1-9C5C-3F9D4B2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436D7-D0E6-4AC5-A249-4556603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9409B-C9F4-4EFA-9616-526C786B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E455F-F508-44DD-8D90-84B7C10D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43D4C-FE63-407F-8682-31929294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HTML is a vocabulary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5E60E-55BC-4EC7-92AE-7B366C0C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Tags describe the role of content. CSS can change appearance, but it cannot give a div the meaning of a button.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00B5D-EDB1-48EA-99CB-8A82C2D9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8A618-A01B-422D-9B22-2AD2DAF1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074083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8690A-8271-4AA0-BE6F-E7213C5B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9F2F9-6C6B-4709-A91B-65CB320D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66B4F-F64F-4A29-8221-BD3ECDEC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BB916-DC12-4D03-BC9C-14B8F2EF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06188-D42B-4835-B7A1-BF2F0D65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476B9-8ED7-4921-A974-519C050E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minimum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8B5E5-5EED-4AD7-88DE-28F9047F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BDC20-1556-42C8-B10A-193B688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&lt;!doctype html&gt;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&lt;html lang="en"&gt;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&lt;head&gt;&lt;title&gt;Garden guide&lt;/title&gt;&lt;/head&gt;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&lt;body&gt;&lt;main&gt;...&lt;/main&gt;&lt;/body&gt;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&lt;/html&gt;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EA25C-32B9-4B0C-9B34-8E7E5650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976406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91E7D-0F63-4295-8F12-B758F34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79176-D21E-4E7F-9B93-08BFEDBE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EB463-455A-4EFA-A4CA-79D076F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2B26B-9882-4FDC-B015-B8E46A6A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DF40F-168E-4A61-91D3-F47752A1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8CB42-09C1-400F-9ECC-24719C16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Language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83E34-A9F1-4F63-8529-4C2862A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lang attribute gives browsers and assistive technology a starting language for pronunciation and translation.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AD1D-3818-4900-AEA2-8FB637BB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3B9B7-3BBE-40C6-9266-F9EEE3A3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840620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98BC8-276C-4ED0-9374-7C53DAA9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EA810-4C87-4EA2-8D9B-6A4D5AB6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E2789-8425-4D54-A6AB-7706F7E9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9927C-4DDE-4C0B-9B95-5E63190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7248D-FFE3-48B5-B47B-154A739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E7612-1EAE-4837-9707-3BEFF993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page outline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6DD97-6012-42E4-BA85-96BF595D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heading sequence is an argument about what matters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52261-BC45-495B-8A3E-33B6C773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A0F04-5713-4ABF-B141-142B5092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496193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15E1B-4CB0-4294-AD84-0FD4323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23806-58B8-4979-9E0B-FFD2B65F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DBF9B-AC64-4A13-A3E1-45B08296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DA64-D7C9-4491-99E0-0FEF25A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F12D2-84E2-4286-A7A1-D7C7777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39E33-0FE1-4E13-A21A-00AEA0C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h1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E1F33-8346-4C9D-ADA9-DA8AF73F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one page title that describes the page's central subject or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F1D1-12B1-4A31-BA5F-B62EA6D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D43DD-7CF4-4BB2-879F-C4FD49AB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301079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1B60E-FC87-4DE8-A798-5EBE67FE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9DFCC-E0F0-4D21-BCE2-38A5D244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8E90D-2222-4003-A52A-9A7E8704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BE07E-4D9E-44FB-AB71-404812F6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4969-F212-480B-8811-DEC7CB2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C4F47-8D61-416A-8878-E12C0E17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Section headings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5CA80-47FC-48B4-BB02-0162AE13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h2 for main sections and h3 only when it belongs inside an h2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7AAB0-2263-4828-9ED6-ECFCCEB8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7AE42-9FAF-415A-ACD6-29987583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6414943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801B2-A0F0-41A6-91AC-C90801A0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2BEF0-5A67-420B-8E11-8A4BFC66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78058-F45F-4022-B136-AAAFC83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6D21-4201-46C0-90D4-CCDFD433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4730F-6FF5-4BAB-9994-4168E8D3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2A7C-9E12-4755-AEC9-7FA03994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4C10F-9D5B-49F1-9CC7-FD4A2CAD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 headings alone. Does their sequence tell a coherent story without body paragraphs?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B77F-D3F0-48E7-A6AA-28A540B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C70AB-2835-446E-92E9-B9E0299D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555618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19229-B88A-405B-ACD1-14F11A1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A3A19-7B35-43F9-8D3E-CE056777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1FEE-75CA-409F-9F80-A482AD3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39E3B-4704-49C5-95E6-8D3DF616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2156B-9BDA-4247-A1F9-EEBD4E19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4A652-FD07-4BEC-B9B6-DA39B280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Landmarks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A911F-DADC-484D-B60C-1F990244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header, nav, main, aside and footer let readers move between meaningful regions.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77CCC-A2DA-43BF-9302-42A99C7F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FFCAC-334A-41FE-B883-1C71DCED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6667896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24E63-B6F7-4796-848D-007C1B22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FED49-BE00-4F34-8B3D-48130F4A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9DF93-810E-43B1-9BD8-BC9C972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94C2B-2AA9-49D5-A373-C817F2F4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9D67B-B32D-44CB-92AE-B015B52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8059C-EFEA-405F-8E74-7856DD8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main landmark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730E1-CE21-44E7-88BA-73F61254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one main region for the unique content of the page. Repeated site chrome belongs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28C7-1A4E-4C7A-A6C4-9BEE49B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B73A0-2346-49DD-BD3A-FFCFEC2C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275016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5D437-6F63-4F8A-9D33-6A720471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F4122-C10F-47FE-BABD-4EB6D66C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A2377-F22B-4B92-BAC8-23A98EBA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A024-CD6A-4649-A1EB-A99761D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2EA8B-91FB-4DAE-9F8E-A61DFE6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5ED7A-8746-410F-8943-679BE332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1C0EB-1D99-4F0C-805B-0A9DB7B9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nav landmark groups links that help a visitor move through a site or a substantial local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B5E08-CEC4-42C5-8BDD-E0D3126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A8DC0-4EA6-4EA6-A9F4-748CB04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345685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CA309-DD1B-47F7-938D-BE29846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3F147-7B9E-4D3E-8711-73F64C05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E073C-29DC-4DBA-93C3-46EF084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35184-EF7F-4C2F-B184-1BB74438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15AEB-32E4-4FE3-A3A6-D605B21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F0C3C-1187-4A4D-9A36-DE57B5D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Article and section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89F2E-D1F4-4845-9E51-7DEC2E0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article holds a self-contained item. section groups related material when a heading can name the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35E1A-8A8F-421B-8283-46D16453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E35E3-D9C5-45B6-B9E2-F59BAEC4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627904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E4772-0B80-43B0-9771-83F67E14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C1395-A158-42D6-8240-67AD40E7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20F56-2969-4542-9274-B5C13743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45936-6F08-42F1-BE8C-2162FE5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E1B89-C693-4A7E-9816-E857B71D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4694C-11DC-47D5-8695-1EBDB4AB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semantic article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BE75D-09F9-40EA-AC06-207B9AA5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735D6-B792-48B2-B7F6-B1A3BA68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&lt;article&gt;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&lt;h1&gt;Weekend repair clinic&lt;/h1&gt;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&lt;p&gt;Bring a small household item.&lt;/p&gt;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&lt;/article&gt;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BD7A3-6231-417C-8F70-F8185ED2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2370074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798D-E9BD-492A-8531-CCC60FA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9BDCB-9BF7-413D-AC7B-16619D2F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3BDE0-A0F7-4BD1-B640-DCC0FD5B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C0167-8413-4F19-8EE9-85D42A01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8A194-40CF-495A-8BD1-0E106E9F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005B8-D832-4211-A740-1B1D1B82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66579-00C7-4376-8EE0-AC6D42E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ul for a group without order, ol for a sequence, and dl when a term pairs with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DCECC-CC93-4F41-8A22-B0A75B77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06D9C-4E63-4ACF-AA5F-CBBA6EB6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182757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00FD6-3C05-4F82-B361-086BD19B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4F085-15FC-47F3-8877-E56EE24C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DC056-2523-42A8-BF1F-BA3B1432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29A6A-5E5D-49EC-8741-A751A45B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64BF9-B28E-49B1-8656-A954D929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E386A-0AD3-4E45-9419-CEE20A24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a list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2DEC8-1F6F-49F3-888E-87E7A0C1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screen reader can announce the number of items before a reader commits to exploring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28C42-6DFA-4899-BA62-0A6FA54E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57375-F5FE-4B6A-978F-FEB9231F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545342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B14E2-6B2E-4B47-A982-3FF36D20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7DD1A-3C37-434D-AEAC-E869A6D6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9AAA-5324-44BF-8E9B-D91F762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455C1-D48E-46F9-9130-02C1634D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54CA7-A24E-4AFD-89A2-EEA3BC16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5BEBA-1650-4418-BE12-218B44B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E58FD-A48F-4329-AC86-C5DCDD13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link changes location. Its text should communicate the destination when read outside the surrounding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8A561-A8F8-4469-9519-E1FD3D27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FAC9B-CA98-485C-9EB4-250F2A7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21276034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58490-F7B5-4663-9F08-9D430861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60074-ED14-4E90-8F77-C0C359E5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0685C-8030-4766-9ED7-74C45EDA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EA237-6FEF-4FBD-860D-9E11489F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FB22D-4705-46AC-A5B0-7C4B08CE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2791E-7E04-4EC7-B198-5ACCEA98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Buttons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6054D-38AF-40FC-9557-EBC92F13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button performs an action, such as opening a menu, sending a form or adding an item to a current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5B8EB-4FD6-49ED-92C0-D0ED58E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BE819-E30E-43B1-A5CB-4070567F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9575294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4DE96-3935-411A-BBC2-1FF003FB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91EEA-A08E-4977-B645-C720BFC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1961A-9E07-48FC-9324-B5622806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BD70A-428E-4F07-AB34-2E53D0EA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B4058-A147-46BF-9A53-68CEEBFF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D6E40-3C30-4D0C-9186-E1D0C21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link is not a button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D5950-C0FB-4739-8CAA-4DB7FA33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ED9D-3FF8-422F-824E-8F456F0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&lt;a href="/events"&gt;Browse events&lt;/a&gt;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&lt;button type="button"&gt;Open filters&lt;/button&gt;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41CDE-CD99-42BD-A27E-1ACC8F2A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4142556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01BEB-A482-4CE6-8B2D-F4D312A9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2E0C1-60D0-4B43-ACF8-29168087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77E55-171C-4D75-99C1-EB49CE08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4F1BF-2A0C-4978-AA22-1E8ADD02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FD9BC-AEDA-4584-8479-0FB9472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51EB2-178D-49A4-8119-167231B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718CC-9FEC-421F-93BA-456EA322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Decide whether an image is decorative, informative, functional or complex before writing alternative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33F7D-1922-40AC-856C-4CE9352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9DEF3-C601-41EB-A35C-61E4D49B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3281167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FFC9D-EF13-4F50-B9C0-284D7527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462D0-5C48-494E-990A-FC95CE8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57C14-FC7E-43C9-AC94-74356D2E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CC8C5-A3A9-42FB-B56F-34A3412A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98EC6-F348-478D-AE38-0CCCBCF2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BEA9F-CFAF-42A2-AF60-D7ABEB41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Alternative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4E2DD-D433-499B-9833-A26AE92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useful description depends on purpose. Describe the information a sighted reader gets from the image in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0A65D-1D6A-4CA7-9A10-B4B58464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D0400-7161-4076-A709-03C0942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20016656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2B556-2E90-4E42-AB9B-CDA45BD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4E364-6813-4DAD-B5B7-F725F3F2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8ECD4-9DE5-4DDD-9689-A77A70C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0444F-4C27-4E67-83D6-81D067A1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692F1-FBF1-47DE-8593-3162F8BE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FB1BC-A555-4063-87CB-0A2E94BE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Figures and captions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C04F6-DFB3-4FB6-A25B-6DE5FE65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figure and figcaption when an image or diagram needs a visible explanatory caption.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A88C2-4653-4DE3-A00B-74683D9C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2A45E-010C-480A-A05F-5604A256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451514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885CF-AE17-42F4-A874-FAB8476E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24969-C5E7-4D8D-B8F8-78E09494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452FB-3076-434E-A672-29269329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FA895-766C-466C-A279-B933482A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6FEDA-FB50-4EAA-BAC8-6286F9EE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B4F5A-C399-442E-B82D-8199E6F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A10E4-48AC-4CE0-8913-EA09627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tables for data with two-dimensional relationships, never as a shortcut for page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C6905-B4E8-400B-884A-6B157099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4DF08-A4A0-43B8-B400-45CBD171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6179720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6921D-EC95-4A5D-8070-B177F2F7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C78E7-893F-4E80-8C01-A48D9459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54F5A-6884-4AEE-8D78-E52330CC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11AD-F9C8-4FFE-A4F4-2474EE1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1EBCD-1C46-40FE-963F-CA973D97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1FC6A-BEE8-431C-9A61-079FEC4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958B5-02D2-4ADD-BB08-6A7D350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4B2A3-0084-4CD3-96D7-3A56E1BF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&lt;table&gt;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&lt;thead&gt;&lt;tr&gt;&lt;th scope="col"&gt;Week&lt;/th&gt;&lt;th scope="col"&gt;Topic&lt;/th&gt;&lt;/tr&gt;&lt;/thead&gt;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&lt;tbody&gt;&lt;tr&gt;&lt;td&gt;2&lt;/td&gt;&lt;td&gt;Semantics&lt;/td&gt;&lt;/tr&gt;&lt;/tbody&gt;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&lt;/table&gt;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1C3ED-169C-4CF2-819D-27AA93E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0905216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BDEC2-EF8C-45A0-88AE-E642779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A257F-62A9-498B-8409-EFD1B0C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0FCAF-AB92-4DB9-9BF7-D4ED6E80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DA06A-739D-4870-8F22-FA6A5F63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B625E-095A-4F1D-B930-7B299E49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C8EAA-DA14-4390-B467-C582147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0B70C-070F-4596-AC9E-DD73DF26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control needs a visible label. Placeholder text disappears and cannot replace 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4A2C1-96A4-44D9-B567-DF5C3C6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7CB02-E915-44E6-B940-2A3ED04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6950579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9E098-B02E-4A94-ABB8-096920CC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8FEAE-CF44-4332-BA7E-837B9E61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AA821-7DFE-4FEF-A50D-A1454BD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016C6-F7B9-4A0A-B9F6-6DC5827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C9ABE-D7F9-4782-9BA9-51AF92E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44750-E699-4763-A90B-40BB631F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Form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7E7A1-83D6-46EA-B2A3-10C767C8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D0641-FB3E-4502-962A-2AD6221E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0096500" cy="200025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&lt;label for="email"&gt;Email address&lt;/label&gt;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&lt;input id="email" type="email" autocomplete="email"&gt;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71150-4F44-4210-A2EB-FF7862D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096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5893643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81D74-D58E-457F-B2E8-2FA8DD83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A4FA9-0D50-460E-AC38-CE47DBCD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39F18-BF6C-4D25-81F3-C3050AB1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754C8-DEC7-4720-AD91-588D499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64C29-554D-4D7B-822C-8EEA3AD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69A16-8170-476E-A815-490D3DB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Error messages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6FDB0-2151-4396-BAD1-B469ED87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Describe what went wrong and how to fix it. Connect the message to the field rather than relying on a red border.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CC782-06D1-4921-A514-DBE86CE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335FD-9F7B-476A-8F39-CA27CCC5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4643273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6EAB9-222F-42FE-85B5-8E46CEBB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8BAF0-7A42-48E6-B1F1-99F2329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6C6B4-8938-4DF2-BF1F-57C1152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7DE08-3573-455A-B8DC-C95D758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ED0F4-E5F6-463D-B5E5-E1038AF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8767F-B0FF-4756-BB38-E92A10AF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Source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16C73-BF4F-4F60-A583-FF2F4A9F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CSS can rearrange visual layout. Keep the HTML order logical for keyboard and screen-reader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CD818-A58A-4934-886A-ECAEF5BA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53E31-DBAF-465F-A002-3BBD12AB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1075289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B5279-AD9C-4AD4-83DB-36E8027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63F4C-D039-4ACA-86DF-2B10C04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58A44-B072-4F40-9990-A7D67B56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25A00-7A67-42BF-8F7B-AE062A8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3B261-53F2-4BB6-83AB-6DD722E8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C19FC-B66C-40AF-B31A-8048748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Browser inspection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BD79C-D03D-4298-9606-6881D0B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DevTools to inspect the elements panel, computed styles, accessibility tree and keyboard focus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9B068-C626-4E44-8A6F-14892D67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0F828-E346-4CE1-8D0F-0442FAC4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3847159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BDF31-3C54-40B3-8F13-07F87791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BB2C3-E392-43FE-BC66-A7AA598C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C9E27-2F78-4C89-A845-DB5F7B1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8BB67-DC19-422B-BEE3-A1ACDB3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02C0-7EAF-43F3-852E-D9A65AC0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88947-E478-4F11-9A33-FD994CEA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A3A80-D81F-4720-B004-6633E21B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a page, map its headings and landmarks, then identify one element whose current HTML does not match its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D41DD-9C1B-4456-928B-3FA2F539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039FE-6420-4048-93C8-2D77578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29028049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95C1B-D8F8-4953-B64B-14199C2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D66DD-4AE2-4A63-A1FB-4089CB6D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D697-7115-4878-977F-6A75958B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802CA-8625-40D1-B2BC-44A9A3F7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26971-D80C-4E7E-B014-5B48342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B518A-83F3-43C0-9DF9-F6BBE610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81DFB-6047-4125-86A0-C76B837C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Create a plain HTML guide with one h1, three h2 sections, a navigation list, one figure and a small data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C2AA3-10C4-4079-A442-FA4E5064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26416-64D6-40EC-9B23-1B59CF02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4287102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36E2A-9BC6-4BF7-8B3A-728B4DD7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A9EED-CEBC-4C77-B876-445C5D35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7731C-9FA8-4A15-AFAD-D4C178C4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FDF8E-E067-44EF-84BF-77D85EF5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3C7B9-AA86-4AF6-B9D7-F2044EE4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85C8B-07CA-4CCC-87D8-4C7A0641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Review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15AA5-39C6-44EA-9738-2D3383D5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order makes sense. Links describe destinations. Buttons act. Images have roles. Tables hold data. Labels name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3A2DB-5E52-49E5-B800-833C7417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70489-B6C3-49DD-AA58-A848284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12878758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72A20-A4EA-4758-9DB0-C982A9AF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8E18B-C88A-4CF4-97D2-9EE9E475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4EEA6-2827-4F07-8690-38F3CB62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F6507-4EDE-49F6-AF38-FCBE4ABB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3121C-823C-4A7B-8B26-39BEAAE7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DC110-7475-4F16-B1AB-D856A20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Further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14047-A449-4F43-8A1E-6F32DA2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MDN HTML learning area, W3C WAI tutorials and the browser accessibility tree support continued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0605E-77D4-45DA-A251-4FFFBC1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9CC29-FA8F-4F82-AFA5-E22B9E60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411621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DCB31-8E79-430F-A353-3487BDDC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C7AEC-3955-48A7-A97C-C1626BA5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2476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FCC4E-98D2-4F0C-B506-FEB4E3A7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2450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29302-68A1-4BDC-B2B0-089DE15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373EC-1422-451F-9830-A2133847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EE443-4AA5-42AE-B4F4-F15D9749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FD984-3E82-448D-8327-848BE1A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096500" cy="2190750"/>
          </a:xfrm>
          <a:prstGeom xmlns:a="http://schemas.openxmlformats.org/drawingml/2006/main" prst="roundRect">
            <a:avLst>
              <a:gd name="adj" fmla="val 521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Typography and visual hierarchy: how CSS can strengthen a document that already makes sense.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matters: semantic choices determine what browsers, search tools and assistive technology can infer without seeing the visual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Verification: inspect the element in DevTools, then test the same task with keyboard navigation and the accessibility tree.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E2139-D5B8-416C-AB4C-F5F7C9AF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09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BDE38-EF8A-44EB-8210-7A7ECE9E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0096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Evidence to record: element chosen, user task, observed result and one revision.</a:t>
            </a:r>
          </a:p>
        </p:txBody>
      </p:sp>
    </p:spTree>
    <p:extLst>
      <p:ext uri="{BB962C8B-B14F-4D97-AF65-F5344CB8AC3E}">
        <p14:creationId xmlns:p14="http://schemas.microsoft.com/office/powerpoint/2010/main" val="2034329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2026-09-13T06:52:29.3110000Z</dcterms:created>
  <dcterms:modified xsi:type="dcterms:W3CDTF">2026-09-13T06:52:29.3110000Z</dcterms:modified>
</coreProperties>
</file>