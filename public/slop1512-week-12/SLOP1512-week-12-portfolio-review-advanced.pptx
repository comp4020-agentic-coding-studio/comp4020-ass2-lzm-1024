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f6ce889e744e7" /><Relationship Type="http://schemas.openxmlformats.org/officeDocument/2006/relationships/extended-properties" Target="/docProps/app.xml" Id="R2375a834af36429f" /><Relationship Type="http://schemas.openxmlformats.org/officeDocument/2006/relationships/officeDocument" Target="/ppt/presentation.xml" Id="Rdc12c9765f0d42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ce0e5761324490"/>
  </p:sldMasterIdLst>
  <p:notesMasterIdLst>
    <p:notesMasterId xmlns:r="http://schemas.openxmlformats.org/officeDocument/2006/relationships" r:id="Rdc8b20af8e664cee"/>
  </p:notesMasterIdLst>
  <p:sldIdLst>
    <p:sldId xmlns:r="http://schemas.openxmlformats.org/officeDocument/2006/relationships" id="256" r:id="Raba58e313a8f450d"/>
    <p:sldId xmlns:r="http://schemas.openxmlformats.org/officeDocument/2006/relationships" id="257" r:id="R74889714b887425c"/>
    <p:sldId xmlns:r="http://schemas.openxmlformats.org/officeDocument/2006/relationships" id="258" r:id="R70a587684a4c487d"/>
    <p:sldId xmlns:r="http://schemas.openxmlformats.org/officeDocument/2006/relationships" id="259" r:id="R18a3888b50e946a8"/>
    <p:sldId xmlns:r="http://schemas.openxmlformats.org/officeDocument/2006/relationships" id="260" r:id="Re7b57223dc394916"/>
    <p:sldId xmlns:r="http://schemas.openxmlformats.org/officeDocument/2006/relationships" id="261" r:id="R1878de1a0b614518"/>
    <p:sldId xmlns:r="http://schemas.openxmlformats.org/officeDocument/2006/relationships" id="262" r:id="R0687ba713f724d9a"/>
    <p:sldId xmlns:r="http://schemas.openxmlformats.org/officeDocument/2006/relationships" id="263" r:id="Rdf7488ab1ed24cb0"/>
    <p:sldId xmlns:r="http://schemas.openxmlformats.org/officeDocument/2006/relationships" id="264" r:id="R7677515e50f54536"/>
    <p:sldId xmlns:r="http://schemas.openxmlformats.org/officeDocument/2006/relationships" id="265" r:id="R7125cb13bb464905"/>
    <p:sldId xmlns:r="http://schemas.openxmlformats.org/officeDocument/2006/relationships" id="266" r:id="R5d43e2d8c6df45ac"/>
    <p:sldId xmlns:r="http://schemas.openxmlformats.org/officeDocument/2006/relationships" id="267" r:id="R9ef3d71bbb3245d8"/>
    <p:sldId xmlns:r="http://schemas.openxmlformats.org/officeDocument/2006/relationships" id="268" r:id="Rda3c10220c144476"/>
    <p:sldId xmlns:r="http://schemas.openxmlformats.org/officeDocument/2006/relationships" id="269" r:id="Rab77eadd29e94f41"/>
    <p:sldId xmlns:r="http://schemas.openxmlformats.org/officeDocument/2006/relationships" id="270" r:id="Rc938ef76dc544a67"/>
    <p:sldId xmlns:r="http://schemas.openxmlformats.org/officeDocument/2006/relationships" id="271" r:id="R837fb2b319f84379"/>
    <p:sldId xmlns:r="http://schemas.openxmlformats.org/officeDocument/2006/relationships" id="272" r:id="Rdf45b86f60554468"/>
    <p:sldId xmlns:r="http://schemas.openxmlformats.org/officeDocument/2006/relationships" id="273" r:id="R9ef483fd55634b60"/>
    <p:sldId xmlns:r="http://schemas.openxmlformats.org/officeDocument/2006/relationships" id="274" r:id="Rde146c86db6d4fa2"/>
    <p:sldId xmlns:r="http://schemas.openxmlformats.org/officeDocument/2006/relationships" id="275" r:id="Rdb842dad3abb4871"/>
    <p:sldId xmlns:r="http://schemas.openxmlformats.org/officeDocument/2006/relationships" id="276" r:id="R122e08f681af466a"/>
    <p:sldId xmlns:r="http://schemas.openxmlformats.org/officeDocument/2006/relationships" id="277" r:id="Rb32a06ac72964fd5"/>
    <p:sldId xmlns:r="http://schemas.openxmlformats.org/officeDocument/2006/relationships" id="278" r:id="Rb868ea6deef94847"/>
    <p:sldId xmlns:r="http://schemas.openxmlformats.org/officeDocument/2006/relationships" id="279" r:id="R6ac33cda7982427e"/>
    <p:sldId xmlns:r="http://schemas.openxmlformats.org/officeDocument/2006/relationships" id="280" r:id="R234d5c64dd724c4c"/>
    <p:sldId xmlns:r="http://schemas.openxmlformats.org/officeDocument/2006/relationships" id="281" r:id="R09161c56170f461c"/>
    <p:sldId xmlns:r="http://schemas.openxmlformats.org/officeDocument/2006/relationships" id="282" r:id="R6eb650b09cdc495c"/>
    <p:sldId xmlns:r="http://schemas.openxmlformats.org/officeDocument/2006/relationships" id="283" r:id="Re1c5d0b484834d19"/>
    <p:sldId xmlns:r="http://schemas.openxmlformats.org/officeDocument/2006/relationships" id="284" r:id="R2439c59745654402"/>
    <p:sldId xmlns:r="http://schemas.openxmlformats.org/officeDocument/2006/relationships" id="285" r:id="Rabb46d2dd7a545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d1e0a19ec1441e" /><Relationship Type="http://schemas.openxmlformats.org/officeDocument/2006/relationships/slideMaster" Target="/ppt/slideMasters/slideMaster1.xml" Id="R24ce0e5761324490" /><Relationship Type="http://schemas.openxmlformats.org/officeDocument/2006/relationships/notesMaster" Target="/ppt/notesMasters/notesMaster1.xml" Id="Rdc8b20af8e664cee" /><Relationship Type="http://schemas.openxmlformats.org/officeDocument/2006/relationships/presProps" Target="/ppt/presProps.xml" Id="R3aecaffa52dc4da0" /><Relationship Type="http://schemas.openxmlformats.org/officeDocument/2006/relationships/tableStyles" Target="/ppt/tableStyles.xml" Id="R1b27929d86394c15" /><Relationship Type="http://schemas.openxmlformats.org/officeDocument/2006/relationships/slide" Target="/ppt/slides/slide1.xml" Id="Raba58e313a8f450d" /><Relationship Type="http://schemas.openxmlformats.org/officeDocument/2006/relationships/slide" Target="/ppt/slides/slide2.xml" Id="R74889714b887425c" /><Relationship Type="http://schemas.openxmlformats.org/officeDocument/2006/relationships/slide" Target="/ppt/slides/slide3.xml" Id="R70a587684a4c487d" /><Relationship Type="http://schemas.openxmlformats.org/officeDocument/2006/relationships/slide" Target="/ppt/slides/slide4.xml" Id="R18a3888b50e946a8" /><Relationship Type="http://schemas.openxmlformats.org/officeDocument/2006/relationships/slide" Target="/ppt/slides/slide5.xml" Id="Re7b57223dc394916" /><Relationship Type="http://schemas.openxmlformats.org/officeDocument/2006/relationships/slide" Target="/ppt/slides/slide6.xml" Id="R1878de1a0b614518" /><Relationship Type="http://schemas.openxmlformats.org/officeDocument/2006/relationships/slide" Target="/ppt/slides/slide7.xml" Id="R0687ba713f724d9a" /><Relationship Type="http://schemas.openxmlformats.org/officeDocument/2006/relationships/slide" Target="/ppt/slides/slide8.xml" Id="Rdf7488ab1ed24cb0" /><Relationship Type="http://schemas.openxmlformats.org/officeDocument/2006/relationships/slide" Target="/ppt/slides/slide9.xml" Id="R7677515e50f54536" /><Relationship Type="http://schemas.openxmlformats.org/officeDocument/2006/relationships/slide" Target="/ppt/slides/slide10.xml" Id="R7125cb13bb464905" /><Relationship Type="http://schemas.openxmlformats.org/officeDocument/2006/relationships/slide" Target="/ppt/slides/slide11.xml" Id="R5d43e2d8c6df45ac" /><Relationship Type="http://schemas.openxmlformats.org/officeDocument/2006/relationships/slide" Target="/ppt/slides/slide12.xml" Id="R9ef3d71bbb3245d8" /><Relationship Type="http://schemas.openxmlformats.org/officeDocument/2006/relationships/slide" Target="/ppt/slides/slide13.xml" Id="Rda3c10220c144476" /><Relationship Type="http://schemas.openxmlformats.org/officeDocument/2006/relationships/slide" Target="/ppt/slides/slide14.xml" Id="Rab77eadd29e94f41" /><Relationship Type="http://schemas.openxmlformats.org/officeDocument/2006/relationships/slide" Target="/ppt/slides/slide15.xml" Id="Rc938ef76dc544a67" /><Relationship Type="http://schemas.openxmlformats.org/officeDocument/2006/relationships/slide" Target="/ppt/slides/slide16.xml" Id="R837fb2b319f84379" /><Relationship Type="http://schemas.openxmlformats.org/officeDocument/2006/relationships/slide" Target="/ppt/slides/slide17.xml" Id="Rdf45b86f60554468" /><Relationship Type="http://schemas.openxmlformats.org/officeDocument/2006/relationships/slide" Target="/ppt/slides/slide18.xml" Id="R9ef483fd55634b60" /><Relationship Type="http://schemas.openxmlformats.org/officeDocument/2006/relationships/slide" Target="/ppt/slides/slide19.xml" Id="Rde146c86db6d4fa2" /><Relationship Type="http://schemas.openxmlformats.org/officeDocument/2006/relationships/slide" Target="/ppt/slides/slide20.xml" Id="Rdb842dad3abb4871" /><Relationship Type="http://schemas.openxmlformats.org/officeDocument/2006/relationships/slide" Target="/ppt/slides/slide21.xml" Id="R122e08f681af466a" /><Relationship Type="http://schemas.openxmlformats.org/officeDocument/2006/relationships/slide" Target="/ppt/slides/slide22.xml" Id="Rb32a06ac72964fd5" /><Relationship Type="http://schemas.openxmlformats.org/officeDocument/2006/relationships/slide" Target="/ppt/slides/slide23.xml" Id="Rb868ea6deef94847" /><Relationship Type="http://schemas.openxmlformats.org/officeDocument/2006/relationships/slide" Target="/ppt/slides/slide24.xml" Id="R6ac33cda7982427e" /><Relationship Type="http://schemas.openxmlformats.org/officeDocument/2006/relationships/slide" Target="/ppt/slides/slide25.xml" Id="R234d5c64dd724c4c" /><Relationship Type="http://schemas.openxmlformats.org/officeDocument/2006/relationships/slide" Target="/ppt/slides/slide26.xml" Id="R09161c56170f461c" /><Relationship Type="http://schemas.openxmlformats.org/officeDocument/2006/relationships/slide" Target="/ppt/slides/slide27.xml" Id="R6eb650b09cdc495c" /><Relationship Type="http://schemas.openxmlformats.org/officeDocument/2006/relationships/slide" Target="/ppt/slides/slide28.xml" Id="Re1c5d0b484834d19" /><Relationship Type="http://schemas.openxmlformats.org/officeDocument/2006/relationships/slide" Target="/ppt/slides/slide29.xml" Id="R2439c59745654402" /><Relationship Type="http://schemas.openxmlformats.org/officeDocument/2006/relationships/slide" Target="/ppt/slides/slide30.xml" Id="Rabb46d2dd7a545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c539df9d849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3f1afbd1b4655" /><Relationship Type="http://schemas.openxmlformats.org/officeDocument/2006/relationships/notesMaster" Target="/ppt/notesMasters/notesMaster1.xml" Id="Rd61390630630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acb6311cef456b" /><Relationship Type="http://schemas.openxmlformats.org/officeDocument/2006/relationships/notesMaster" Target="/ppt/notesMasters/notesMaster1.xml" Id="R8d4a58c4be50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3556725c4e4583" /><Relationship Type="http://schemas.openxmlformats.org/officeDocument/2006/relationships/notesMaster" Target="/ppt/notesMasters/notesMaster1.xml" Id="R37927bc8b9a946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6ab1f2faad4ce3" /><Relationship Type="http://schemas.openxmlformats.org/officeDocument/2006/relationships/notesMaster" Target="/ppt/notesMasters/notesMaster1.xml" Id="R8dd3f8b8cc114b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aa885209b24e7a" /><Relationship Type="http://schemas.openxmlformats.org/officeDocument/2006/relationships/notesMaster" Target="/ppt/notesMasters/notesMaster1.xml" Id="R99376320720547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30dccfd0ec484f" /><Relationship Type="http://schemas.openxmlformats.org/officeDocument/2006/relationships/notesMaster" Target="/ppt/notesMasters/notesMaster1.xml" Id="R55e84712780045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18e43cc41f4d86" /><Relationship Type="http://schemas.openxmlformats.org/officeDocument/2006/relationships/notesMaster" Target="/ppt/notesMasters/notesMaster1.xml" Id="Re7535b5c7bd244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d698be91984aab" /><Relationship Type="http://schemas.openxmlformats.org/officeDocument/2006/relationships/notesMaster" Target="/ppt/notesMasters/notesMaster1.xml" Id="R40acebf9a90f49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ab0fae0fff41b7" /><Relationship Type="http://schemas.openxmlformats.org/officeDocument/2006/relationships/notesMaster" Target="/ppt/notesMasters/notesMaster1.xml" Id="R05b63498d0f143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c263919aa24c71" /><Relationship Type="http://schemas.openxmlformats.org/officeDocument/2006/relationships/notesMaster" Target="/ppt/notesMasters/notesMaster1.xml" Id="R35ee01472f4544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ea049ff3b34d91" /><Relationship Type="http://schemas.openxmlformats.org/officeDocument/2006/relationships/notesMaster" Target="/ppt/notesMasters/notesMaster1.xml" Id="Refb5e537a55b4d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c0ed2fd3264cf7" /><Relationship Type="http://schemas.openxmlformats.org/officeDocument/2006/relationships/notesMaster" Target="/ppt/notesMasters/notesMaster1.xml" Id="Ra1670fe08d5642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0df661297140a9" /><Relationship Type="http://schemas.openxmlformats.org/officeDocument/2006/relationships/notesMaster" Target="/ppt/notesMasters/notesMaster1.xml" Id="Rff53b8e052de4e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6e64f02f654eae" /><Relationship Type="http://schemas.openxmlformats.org/officeDocument/2006/relationships/notesMaster" Target="/ppt/notesMasters/notesMaster1.xml" Id="Rec5ff9d7452c43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2ca9840d10497b" /><Relationship Type="http://schemas.openxmlformats.org/officeDocument/2006/relationships/notesMaster" Target="/ppt/notesMasters/notesMaster1.xml" Id="R4238c8c782014f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18a9731b284a36" /><Relationship Type="http://schemas.openxmlformats.org/officeDocument/2006/relationships/notesMaster" Target="/ppt/notesMasters/notesMaster1.xml" Id="R681d274d74884a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7d4a7d0b024279" /><Relationship Type="http://schemas.openxmlformats.org/officeDocument/2006/relationships/notesMaster" Target="/ppt/notesMasters/notesMaster1.xml" Id="R48203e8459074e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e168a563d94c92" /><Relationship Type="http://schemas.openxmlformats.org/officeDocument/2006/relationships/notesMaster" Target="/ppt/notesMasters/notesMaster1.xml" Id="R0571190eade249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469af3a2104edd" /><Relationship Type="http://schemas.openxmlformats.org/officeDocument/2006/relationships/notesMaster" Target="/ppt/notesMasters/notesMaster1.xml" Id="R9d7c4c10f12d43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13fe3963dc42d6" /><Relationship Type="http://schemas.openxmlformats.org/officeDocument/2006/relationships/notesMaster" Target="/ppt/notesMasters/notesMaster1.xml" Id="Rb762f04063b745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e9c6ddc86646cb" /><Relationship Type="http://schemas.openxmlformats.org/officeDocument/2006/relationships/notesMaster" Target="/ppt/notesMasters/notesMaster1.xml" Id="R2c96643ddc514f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0dcd79da9f4e9c" /><Relationship Type="http://schemas.openxmlformats.org/officeDocument/2006/relationships/notesMaster" Target="/ppt/notesMasters/notesMaster1.xml" Id="R52d3879fb90546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e7a7ef094a4866" /><Relationship Type="http://schemas.openxmlformats.org/officeDocument/2006/relationships/notesMaster" Target="/ppt/notesMasters/notesMaster1.xml" Id="Rc0258c083ade44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0cd133117b44a6" /><Relationship Type="http://schemas.openxmlformats.org/officeDocument/2006/relationships/notesMaster" Target="/ppt/notesMasters/notesMaster1.xml" Id="Rae26c461078844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4a62f38b02430a" /><Relationship Type="http://schemas.openxmlformats.org/officeDocument/2006/relationships/notesMaster" Target="/ppt/notesMasters/notesMaster1.xml" Id="R4a7a34d6a5a84e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82d9a0bee2d45d7" /><Relationship Type="http://schemas.openxmlformats.org/officeDocument/2006/relationships/notesMaster" Target="/ppt/notesMasters/notesMaster1.xml" Id="Ra151d2f9c8c34aa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420932463b449be" /><Relationship Type="http://schemas.openxmlformats.org/officeDocument/2006/relationships/notesMaster" Target="/ppt/notesMasters/notesMaster1.xml" Id="R9d0fe239aa5147a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5215cef00e4cef" /><Relationship Type="http://schemas.openxmlformats.org/officeDocument/2006/relationships/notesMaster" Target="/ppt/notesMasters/notesMaster1.xml" Id="Rf8786f9c554f4b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fa51086cdc46f7" /><Relationship Type="http://schemas.openxmlformats.org/officeDocument/2006/relationships/notesMaster" Target="/ppt/notesMasters/notesMaster1.xml" Id="R2d9169e3cb8349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c1e6083dfef465f" /><Relationship Type="http://schemas.openxmlformats.org/officeDocument/2006/relationships/notesMaster" Target="/ppt/notesMasters/notesMaster1.xml" Id="R43ebed33a5544d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Audience seated at a conference presentation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Reference style guide manual standing upright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RGB colour wheel diagram with labelled hues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Browser developer tools inspector panel open on a webpage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Historic typography specimen sheet with multiple typefaces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Close-up of hands typing on a backlit laptop keyboard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Computer monitor displaying a calibration test pattern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Wall covered in sticky notes from a feedback session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Design studio critique session with students around a table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Checklist icon on a clipboard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Student presenting a project to classmates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Presenters speaking to an audience at a technology conference — see .codex-ppt-build/images-slop1512-week12/sources.txt for full attribution. Original SLOP1512 Week 12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b30b12b6844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1586ebf554077" /><Relationship Type="http://schemas.openxmlformats.org/officeDocument/2006/relationships/slideLayout" Target="/ppt/slideLayouts/slideLayout1.xml" Id="Re60f79a4f06f47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0f79a4f06f47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9e8d816124ff9" /><Relationship Type="http://schemas.openxmlformats.org/officeDocument/2006/relationships/image" Target="/ppt/media/image.jpeg" Id="R7c727c2f10854339" /><Relationship Type="http://schemas.openxmlformats.org/officeDocument/2006/relationships/notesSlide" Target="/ppt/notesSlides/notesSlide1.xml" Id="Re9eb63bb66f644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08fe736364816" /><Relationship Type="http://schemas.openxmlformats.org/officeDocument/2006/relationships/notesSlide" Target="/ppt/notesSlides/notesSlide2.xml" Id="R757a30bf537a40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8f33396e546e7" /><Relationship Type="http://schemas.openxmlformats.org/officeDocument/2006/relationships/notesSlide" Target="/ppt/notesSlides/notesSlide3.xml" Id="Rb304c04bf3ab47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b0b912fc74bc9" /><Relationship Type="http://schemas.openxmlformats.org/officeDocument/2006/relationships/notesSlide" Target="/ppt/notesSlides/notesSlide4.xml" Id="Re748a49ef44a48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0a1c63fe641f7" /><Relationship Type="http://schemas.openxmlformats.org/officeDocument/2006/relationships/image" Target="/ppt/media/image2.jpeg" Id="Re0589d4b5339498b" /><Relationship Type="http://schemas.openxmlformats.org/officeDocument/2006/relationships/notesSlide" Target="/ppt/notesSlides/notesSlide5.xml" Id="R50052032c66a42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a34e05a9d493c" /><Relationship Type="http://schemas.openxmlformats.org/officeDocument/2006/relationships/notesSlide" Target="/ppt/notesSlides/notesSlide6.xml" Id="R56e0dcf2e04549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d5565b4554859" /><Relationship Type="http://schemas.openxmlformats.org/officeDocument/2006/relationships/notesSlide" Target="/ppt/notesSlides/notesSlide7.xml" Id="Rc2bdc9bc5830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124fc84804a95" /><Relationship Type="http://schemas.openxmlformats.org/officeDocument/2006/relationships/image" Target="/ppt/media/image.png" Id="Ree38a18334774a08" /><Relationship Type="http://schemas.openxmlformats.org/officeDocument/2006/relationships/notesSlide" Target="/ppt/notesSlides/notesSlide8.xml" Id="R2b788e743c0f44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caa02aefd4c46" /><Relationship Type="http://schemas.openxmlformats.org/officeDocument/2006/relationships/image" Target="/ppt/media/image2.png" Id="R4e83a73b4e924a8d" /><Relationship Type="http://schemas.openxmlformats.org/officeDocument/2006/relationships/notesSlide" Target="/ppt/notesSlides/notesSlide9.xml" Id="Rea3ad75fad174a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fa32d80d4722" /><Relationship Type="http://schemas.openxmlformats.org/officeDocument/2006/relationships/notesSlide" Target="/ppt/notesSlides/notesSlide10.xml" Id="Rfa3ae5dfbbce46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de33668cc4223" /><Relationship Type="http://schemas.openxmlformats.org/officeDocument/2006/relationships/notesSlide" Target="/ppt/notesSlides/notesSlide11.xml" Id="Ra5c30381de154d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040f605c14309" /><Relationship Type="http://schemas.openxmlformats.org/officeDocument/2006/relationships/notesSlide" Target="/ppt/notesSlides/notesSlide12.xml" Id="R25da4bb821f54c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1831528ba4c4d" /><Relationship Type="http://schemas.openxmlformats.org/officeDocument/2006/relationships/notesSlide" Target="/ppt/notesSlides/notesSlide13.xml" Id="Rc0de6710701b43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54bd83e6d453e" /><Relationship Type="http://schemas.openxmlformats.org/officeDocument/2006/relationships/image" Target="/ppt/media/image3.jpeg" Id="R2f3b694b3d5343b4" /><Relationship Type="http://schemas.openxmlformats.org/officeDocument/2006/relationships/notesSlide" Target="/ppt/notesSlides/notesSlide14.xml" Id="R1353a93b0d1b4d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208a754004126" /><Relationship Type="http://schemas.openxmlformats.org/officeDocument/2006/relationships/notesSlide" Target="/ppt/notesSlides/notesSlide15.xml" Id="R56c54b0cf5b348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723f8df544d85" /><Relationship Type="http://schemas.openxmlformats.org/officeDocument/2006/relationships/image" Target="/ppt/media/image4.jpeg" Id="Rc804f0a667724540" /><Relationship Type="http://schemas.openxmlformats.org/officeDocument/2006/relationships/notesSlide" Target="/ppt/notesSlides/notesSlide16.xml" Id="Re549ecbdd6c847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dc6c29d5c4691" /><Relationship Type="http://schemas.openxmlformats.org/officeDocument/2006/relationships/image" Target="/ppt/media/image3.png" Id="Ra77c04a14d254997" /><Relationship Type="http://schemas.openxmlformats.org/officeDocument/2006/relationships/notesSlide" Target="/ppt/notesSlides/notesSlide17.xml" Id="R4d649d73cbbb4f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0e9388b814f97" /><Relationship Type="http://schemas.openxmlformats.org/officeDocument/2006/relationships/image" Target="/ppt/media/image5.jpeg" Id="R64665250f6524557" /><Relationship Type="http://schemas.openxmlformats.org/officeDocument/2006/relationships/notesSlide" Target="/ppt/notesSlides/notesSlide18.xml" Id="Rab987a8405f44c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2a4fbda8b4a00" /><Relationship Type="http://schemas.openxmlformats.org/officeDocument/2006/relationships/notesSlide" Target="/ppt/notesSlides/notesSlide19.xml" Id="R94529859584c40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ef4065f314b6c" /><Relationship Type="http://schemas.openxmlformats.org/officeDocument/2006/relationships/notesSlide" Target="/ppt/notesSlides/notesSlide20.xml" Id="R4017703a864e43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cb2dda58a40e6" /><Relationship Type="http://schemas.openxmlformats.org/officeDocument/2006/relationships/image" Target="/ppt/media/image6.jpeg" Id="Rc5d06bf5023b47b3" /><Relationship Type="http://schemas.openxmlformats.org/officeDocument/2006/relationships/notesSlide" Target="/ppt/notesSlides/notesSlide21.xml" Id="R10a023892d634a3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279a9b9ed4a8c" /><Relationship Type="http://schemas.openxmlformats.org/officeDocument/2006/relationships/notesSlide" Target="/ppt/notesSlides/notesSlide22.xml" Id="R68628ab9824a46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c36785a5c4b6d" /><Relationship Type="http://schemas.openxmlformats.org/officeDocument/2006/relationships/image" Target="/ppt/media/image4.png" Id="R062a7e959f424705" /><Relationship Type="http://schemas.openxmlformats.org/officeDocument/2006/relationships/notesSlide" Target="/ppt/notesSlides/notesSlide23.xml" Id="Rcca1308ee42f43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c1ec1b4704402" /><Relationship Type="http://schemas.openxmlformats.org/officeDocument/2006/relationships/notesSlide" Target="/ppt/notesSlides/notesSlide24.xml" Id="R8a61ac75348e45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cc84ab2004e57" /><Relationship Type="http://schemas.openxmlformats.org/officeDocument/2006/relationships/notesSlide" Target="/ppt/notesSlides/notesSlide25.xml" Id="R13a1793f13104b3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0220abbb444d0" /><Relationship Type="http://schemas.openxmlformats.org/officeDocument/2006/relationships/notesSlide" Target="/ppt/notesSlides/notesSlide26.xml" Id="Rf8a81063be4f44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b17bc55bd4cd2" /><Relationship Type="http://schemas.openxmlformats.org/officeDocument/2006/relationships/image" Target="/ppt/media/image7.jpeg" Id="Rba551824c2084fc3" /><Relationship Type="http://schemas.openxmlformats.org/officeDocument/2006/relationships/notesSlide" Target="/ppt/notesSlides/notesSlide27.xml" Id="Ra425c4490c094ac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63347e7b54ede" /><Relationship Type="http://schemas.openxmlformats.org/officeDocument/2006/relationships/notesSlide" Target="/ppt/notesSlides/notesSlide28.xml" Id="R33f1f73eca6e4f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47a6459f44eff" /><Relationship Type="http://schemas.openxmlformats.org/officeDocument/2006/relationships/notesSlide" Target="/ppt/notesSlides/notesSlide29.xml" Id="Rbf0663acf0294cb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507478bdd4468" /><Relationship Type="http://schemas.openxmlformats.org/officeDocument/2006/relationships/image" Target="/ppt/media/image8.jpeg" Id="Rac72e75f8a4840f9" /><Relationship Type="http://schemas.openxmlformats.org/officeDocument/2006/relationships/notesSlide" Target="/ppt/notesSlides/notesSlide30.xml" Id="R8222cb64b9674f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27c2f10854339"/>
          <a:srcRect xmlns:a="http://schemas.openxmlformats.org/drawingml/2006/main" l="21936" t="0" r="219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C1169-0B6D-4812-B4DB-B5898B6C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F0824-AC3C-44CA-A518-D260C426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685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9A898-01CE-4FAA-872A-E9DC9F17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102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B17DB-7F38-4B08-8E96-1EE6D10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3340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Portfolio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4540F-FEF7-474A-8B53-8318755B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56197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Presenting the finished site, the design system, and the evidence behind it</a:t>
            </a:r>
          </a:p>
        </p:txBody>
      </p:sp>
    </p:spTree>
    <p:extLst>
      <p:ext uri="{BB962C8B-B14F-4D97-AF65-F5344CB8AC3E}">
        <p14:creationId xmlns:p14="http://schemas.microsoft.com/office/powerpoint/2010/main" val="1199554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1EEDF-A347-4A30-BE19-4F8E834A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51E37-EEF9-4AA5-9E27-EB85816F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7FD3B-9BAD-4B2A-ADE5-46EF6633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6AD01-7F3D-4905-B3A2-B4BA2009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B701F-0657-4669-A67D-BFE2EEE1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8DED5-0C6C-4639-8699-05B9F985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Week 12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79791-398F-43FD-BD97-F5C60D78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You have built and revised a site for eleven weeks. Can you show, not just tell, what you decided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F65F6-8622-425D-80D5-22BA890C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7D479-B7D7-4269-9A3A-D45968EE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194165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60004-9CF3-4033-87E3-1911594F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247D5-846C-4D3C-A878-E3E81059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82F28-3116-4731-90E1-D7AC7D69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C5B7D-C0CE-4315-B69D-74B22F4B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CD66D-9964-4903-A676-D5771E3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D8E4A-7799-41C3-961B-BC858664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building to presenting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ED1EE-470F-49ED-9375-0F87E6D9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Weeks 1 to 11 built the site. Week 12 is the last skill: turning that work into a legible, evidenced account of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3D376-507F-4C5B-BAFB-FBAA2142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36911-4ED3-43C7-BA81-28A9690B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46689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D88FC-FC1F-4BA7-ABD9-384BFF5D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49BD3-487C-461E-B3A0-D6E6D0E5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63CFF-CF7C-4856-B37E-2892AA6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EDC74-C4D8-4636-ACEA-8D656EE7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4CB0A-18AE-4A19-88ED-946B1CC6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53868-93C6-43DF-BD75-8A82292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4ED9E-8A47-4E21-8B0F-0DA87CEB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Present a site's purpose and structure, show its design system as artefacts, present evidence of testing and revision, and receive critique without becoming defensive.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D66F-1F69-453D-9C5A-EDC9E41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743F7-F974-474C-BCC4-B7AEC406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348050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5F224-8488-4500-9E1C-7725EAB4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57628-584C-47DD-9880-DCB160D9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6D460-4400-4476-8F91-95D5141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FE2CC-F362-4ECC-8023-FCFA40C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E06F7-C9AE-4735-B973-63684A7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89d4b5339498b"/>
          <a:srcRect xmlns:a="http://schemas.openxmlformats.org/drawingml/2006/main" l="0" t="22917" r="0" b="22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6CEF1-3CF4-4C26-A1EC-322D1857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Recap: Assignment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EC47A-B4A4-48F2-AF4E-FF23111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process dossier asks for an information map, a design system reference, testing evidence, a change log and a critical reflection — this week rehearses presenting all five out loud.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D8BA8-722C-41A4-8FF0-B85DAD5B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842056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F8128C-3C0E-48A1-A19A-97577230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177D0-6728-4B57-AB55-C0CCCF22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4F7CB-313E-42A4-892E-634CED4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65A1E-65BB-4943-A8ED-E0F7E75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D6DCF-FB0D-4CCD-9DFF-03EAD43B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AD9FB-8018-4DDB-A892-C0F49B8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a portfolio review actually assesses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30151-6560-46B5-BBB0-D723E4F4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03702-BFA9-4581-A320-9218BC2A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4D30D-76C8-48FF-9D2D-5A80EF7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Purpose, audience, 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6AB60-7911-46D1-8E82-DB9311C3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Who is this for, and what task does the sitemap support?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BC30C-AB01-4B7A-A5E8-4245E204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00BE5-1C4C-432B-85DF-FAA3BE59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E3539-1C11-43A8-9809-0525087E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Visual system, responsive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8E374-BD01-4E91-A9D0-624F40F4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Tokens shown as a sheet; behaviour shown by resizing live.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C30BD-1B12-49A0-AE6D-8482754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58603-6028-4E26-A9B5-239E3399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90EAA-1960-4894-A2E7-6DA211BE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Accessibility, technical care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95C23-6320-41BC-B736-D6D5BB7C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Keyboard task and one real DevTools fix, not a compliance claim.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50095-C4C2-4F97-B371-C51BC29C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AC13F-E06C-4722-BA0C-28C7C7A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ED751-EF71-4BC5-9BE0-1C93FFD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Testing and revision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92FEA-98C4-4B81-BFA6-078FD46C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obstacle named, one revision shown,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926819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FE122-B1AD-4E9F-A7E0-34D553E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B286F-B535-4E3A-B2F4-6E53D2D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97C06-182E-46D9-A2F8-45F50D8F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943D2-20A9-49AB-9573-325D732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04972-64AC-4B32-BBFB-AF04E34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B5544-B051-4C01-B2DE-87AD5373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Criterion 1: purpose, audience,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0BF7E-19E9-4C77-A915-C657509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Can you say who the site is for, what task they come to do, and show the sitemap that supports that task in two clicks or fewer?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79A5C-1175-4227-8081-29E2E4D0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E5939-9C9C-4650-9299-F567A7BC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2024951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25A36-AF2E-4B59-839B-D93A26AC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59DBA-F3ED-425B-929E-1627DDA9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57867-E0D6-4199-A72F-EC91C85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4405B-EA6C-4BD6-B995-7E7D51B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F7B6A-5361-4316-9272-E23FAEA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8a18334774a08"/>
          <a:srcRect xmlns:a="http://schemas.openxmlformats.org/drawingml/2006/main" l="0" t="13889" r="0" b="13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3E2A0-9B90-4419-957C-801A5007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Criterion 2: visual system, responsive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93A51-4341-4993-97AE-B4B7AAE2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Can you show the type scale and colour tokens as a reference sheet, then resize the browser live and explain what changes and why?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FCB32-0D4A-45C6-A1A8-B0FA3370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45346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1925C-AC35-4EE9-A688-4D70EA2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D36CC-F2AA-4634-B72B-063215AC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AA9FF-9ED6-4B98-AC5A-6F87CBDC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E1636-DD71-4A54-86F3-CF352872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B60AE-C410-4A3B-BD4F-1329254B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3a73b4e924a8d"/>
          <a:srcRect xmlns:a="http://schemas.openxmlformats.org/drawingml/2006/main" l="7921" t="0" r="79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E355-DE33-47D2-8B86-F9E883CA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Criterion 3: accessibility and technical 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4DE9E-B020-489E-A847-8DF7F192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Can you tab through a key task with a keyboard only, and show one real accessibility fix you made in DevTools, not just claim WCAG compliance?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C2E56-9350-4C65-9210-757C7B96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603106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E2CBA-4D8F-4072-9425-4ACE7C56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4F4B8-4BBF-4BDA-8E58-BA0B48C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DFD72-FDEB-47F3-93D9-1566B32C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22167-5117-4DFF-AFA9-434533B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F0A78-2C3D-4E17-A519-F402E57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5A5B1-E18F-4F20-8B01-5462FFBD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Criterion 4: testing and revision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2D612-5D9B-458C-BA95-5AB71F9F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Can you name one thing a real user got stuck on, and show the specific change you made in response, with a before-and-after?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38A2B-F75E-4F1C-B9D6-F252815F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92F45-2205-455D-A05C-87BCE108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1184147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82544-24FE-424B-AD8A-4C3288A4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4A067-063F-40BE-9065-CA2DFD25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54293-BF30-461B-A3AD-7345FE3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E5DC4-9DF5-48DD-9E50-9057A39B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924A0-0637-4618-B9CA-97B2A768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D4A2A-2BC9-47D7-BD02-3B54381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Structuring a design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12A65-E918-4CD6-9836-60886E2F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90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553ED-F74A-46F5-B7DD-22D96C3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7510F-2947-41B3-BB9E-2BDE0C9D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1. Problem, 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FC361-542A-45B0-A5E2-61B643CA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2479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Open with who and why, not the homepage.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30A33-5D3D-4B65-9F51-2BF5949D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2590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89D69-DF28-43AB-A94E-3ECD5D13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17474-D2F9-4771-9BCD-E3EFC56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2. 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1089F-F02E-4735-A307-12CE465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22479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Sitemap or content model, visible next.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52CB0-CB70-45C9-9503-F10A8C82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590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3C8EA-28EE-4BF4-A1AB-816CB83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4ED4D-1D8E-4816-97C5-1DF3A1E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3. Visual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403C2-7729-4E41-9221-FF36D0A2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22479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Tokens as a reference sheet.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FCAC5-13F2-4AEE-9A08-8CB42B0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95500"/>
            <a:ext cx="2590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4CF9B-667C-48FD-9AAF-A067E281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812ED-18E9-41E8-B261-9EBDCC1E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574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4. Live demo,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B2931-4C91-4481-A34A-75B45E2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38450"/>
            <a:ext cx="22479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task, one obstacle, one fix.</a:t>
            </a:r>
          </a:p>
        </p:txBody>
      </p:sp>
    </p:spTree>
    <p:extLst>
      <p:ext uri="{BB962C8B-B14F-4D97-AF65-F5344CB8AC3E}">
        <p14:creationId xmlns:p14="http://schemas.microsoft.com/office/powerpoint/2010/main" val="4090455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6B08F-ED6A-4504-BD1C-7B37D31C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0608B-6F2B-424C-A2E7-368ADE78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DF1E3-B70C-4B69-BBF1-FA4AA23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7A7DD-826E-4246-B11B-C58CA4FA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7AA01-1AC5-4669-B2A6-9BB4DB27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DDB1E-5C8D-4AFF-8797-0E47D5E0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1: problem and audience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AEAC6-2450-49DF-A3F1-AF69923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 Week 1: content before interface. Open with who the site serves and what they need, not with the homepage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18A0F-09D7-4C16-AF1F-B3B7B334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C02C1-FD9E-4296-AD59-E067BFBF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994289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4674F-5358-4C3A-B28A-DD9F8E0B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B7EDE-3F34-4391-8BB0-8F1B8B5A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47C2F-7A72-4B93-A39A-02C3FE80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91ED8-68DA-4F9E-838D-388CC63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37153-4CB3-4B58-BFC9-409BF8F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5134A-CFAE-4AC7-A607-F0B10D06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2: information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3361C-C41F-40B7-AB45-CDED8513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 Week 9: show the sitemap or content model next. A visitor's mental map should be visible before any visual design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AACB0-E0F7-4472-BB48-3809473C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34C31-262C-415F-8A06-AFBB9360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5050645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4C3B8-45B5-486E-8078-CF87F62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801BF-02D0-4CEA-92B9-50EDE7F8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804E4-5D73-493D-92E0-1551F70A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8F4C7-8163-45BA-ABB0-82976362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C2334-ECD8-4B53-9D11-6E900014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b694b3d5343b4"/>
          <a:srcRect xmlns:a="http://schemas.openxmlformats.org/drawingml/2006/main" l="0" t="22509" r="0" b="22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568A5-ED53-462E-B9C7-C4C51C95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3: the visual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D8365-557B-42F2-AC65-EA00240D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 Week 3 (type scale) and Week 5 (colour and image system). Show the actual tokens, not adjectives like "modern" — a swatch grid, a type-scale ladder and a spacing ramp are checkable against the live site; a description is not.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6CE4C-D74F-400A-8E5A-E1D7E9D9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20482536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8D9A6-C42A-4F6E-AFC7-0B60EB20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A71AE-1E4E-47E7-AFB8-CC3AA209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78ABE-B2E7-48FB-898D-FDA46041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E3443-A2E5-499E-96A1-ECC7D4B4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5BFC1-A613-408E-8DAC-C648C14B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E582-C55E-4CDA-AFAD-79467CD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design system slide, concretely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E5B6D-C32C-4BEE-9CD6-247747D0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17228-1650-46C9-9EA3-8A48929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&lt;style&gt;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:root {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--step-0: 1rem;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--step-1: 1.25rem;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--step-2: 1.563rem;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--brand-ink: #18212A;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--brand-accent: #C7831A;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--space-3: 1.5rem;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&lt;/style&gt;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16C02-BB45-43D9-8A8D-2E13B9CD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52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this as a rule for what a review must show, not as markup to memorise.</a:t>
            </a:r>
          </a:p>
        </p:txBody>
      </p:sp>
    </p:spTree>
    <p:extLst>
      <p:ext uri="{BB962C8B-B14F-4D97-AF65-F5344CB8AC3E}">
        <p14:creationId xmlns:p14="http://schemas.microsoft.com/office/powerpoint/2010/main" val="484457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4C6CE-B2A0-462F-AFE9-92F61CFE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E7FF3-7132-47AF-86B9-A93530C0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B3440-221B-445E-A604-935EDE7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3A2B3-F15E-4D47-B3EA-F7A3CC15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5107B-8836-4C3A-8014-B1BE9085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4f0a667724540"/>
          <a:srcRect xmlns:a="http://schemas.openxmlformats.org/drawingml/2006/main" l="11058" t="0" r="110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DE18C-08D9-4310-B99C-BDEE0FC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4: a live interaction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28111-D257-4E95-8B76-1DAEFF9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 Week 7. Do not describe the contact form — open it live, submit an empty field, and show the real error message and focus behaviour.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B1273-20BF-4287-84A0-577775B8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5282039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EAC66-15D0-4619-A7CB-D4A93562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1CD5B-FE44-4014-B6C0-BD4FA8A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38899-45BF-499E-95C7-469864DF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B94F9-D7F5-4C85-97E5-2BA19768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5F109-6EA8-46DB-8E12-AFC5E2AD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c04a14d254997"/>
          <a:srcRect xmlns:a="http://schemas.openxmlformats.org/drawingml/2006/main" l="1322" t="0" r="13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329FB-4B57-4EC8-98A1-68C72D71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5: evidence, not claims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F7812-6A28-4A09-A0B2-29053F5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 Week 1 (reflection and evidence) and Week 10 (user testing). "It went well" is a claim. An observed blocker plus the fix that followed is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ADDB9-AD66-44C6-A0C0-25843B79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5569897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0C8ED-BBF4-428B-A107-D08EF64A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DD0AD-E165-42C5-9A92-9087275C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84CB1-B3B6-4B25-94D4-AA7DDE57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30A99-1381-4284-9ED4-391FA501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C5A7A-3991-4CDC-AA1C-6DB8F3C5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65250f6524557"/>
          <a:srcRect xmlns:a="http://schemas.openxmlformats.org/drawingml/2006/main" l="0" t="22917" r="0" b="22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7F250-6B80-43FE-9602-5E78BDD9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Worked example: blocker to 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8BFCA-A994-4597-9E27-9A0BE508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Observed: a tester tried to tap a 20px icon-only nav link and missed twice. Revision: enlarged the tap target to 44px and added a visible text label. Recap Week 10's method: group raw session notes into named obstacles before the review, not during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61A53-F3D3-4AD6-8063-C5DE86C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8691257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5A21D-01EF-4FA3-8D7A-60C20590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77346-1DE2-432B-AD02-6BE9ED1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AF399-543C-47B3-A1AF-59D8733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28E21-B952-48D8-88D8-65073EE2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D8198-74D6-4B23-9BB7-685ACA1B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6615B-0A4F-415C-B826-CCCA271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change log as a presentable artefact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4B98B-05DC-4D04-B22B-0ACC49A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dated table turns a semester of small decisions into a legible record a reviewer can scan in under a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5617E-823A-4A9A-AD74-983AD680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C89E2-E6A0-49E8-895D-EE00C97A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8668944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1C449-EEE5-470B-8A70-CEFBE88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DB75A-4456-4DD0-9BD3-47DD2CDD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3D69-3363-4B8E-B827-43BD10A4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01F20-117C-4F42-B70C-1F4F2F96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B6459-E846-4B8C-A446-6F88CD2A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F15F9-8384-4129-A0B8-160066A7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Change log worked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F3C90-0C00-4B63-9E03-167924C1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9F919-B47E-46EA-8C53-1BE0D276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&lt;table&gt;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&lt;tr&gt;&lt;th&gt;Date&lt;/th&gt;&lt;th&gt;Change&lt;/th&gt;&lt;th&gt;Why&lt;/th&gt;&lt;th&gt;Evidence&lt;/th&gt;&lt;/tr&gt;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&lt;tr&gt;&lt;td&gt;Wk 6&lt;/td&gt;&lt;td&gt;Added breakpoint&lt;/td&gt;&lt;td&gt;Nav overlapped at 375px&lt;/td&gt;&lt;td&gt;Screenshot, device test&lt;/td&gt;&lt;/tr&gt;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&lt;tr&gt;&lt;td&gt;Wk 10&lt;/td&gt;&lt;td&gt;Enlarged tap target&lt;/td&gt;&lt;td&gt;User missed nav link twice&lt;/td&gt;&lt;td&gt;Session recording&lt;/td&gt;&lt;/tr&gt;</a:t>
            </a:r>
          </a:p>
          <a:p xmlns:a="http://schemas.openxmlformats.org/drawingml/2006/main">
            <a:pPr>
              <a:defRPr sz="142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&lt;/table&gt;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82E31-73AF-4511-A6F3-46EBF344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52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this as a rule for what a review must show, not as markup to memorise.</a:t>
            </a:r>
          </a:p>
        </p:txBody>
      </p:sp>
    </p:spTree>
    <p:extLst>
      <p:ext uri="{BB962C8B-B14F-4D97-AF65-F5344CB8AC3E}">
        <p14:creationId xmlns:p14="http://schemas.microsoft.com/office/powerpoint/2010/main" val="11488510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C62A1-4D9F-40E9-A2A5-1DFA7BFF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E6565-6397-48EA-9015-4C5E38A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5E196-EDD7-4A57-B146-BA348992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7305C-8314-4A35-8493-BBACDA51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12160-3E5C-4682-8436-8823530C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06bf5023b47b3"/>
          <a:srcRect xmlns:a="http://schemas.openxmlformats.org/drawingml/2006/main" l="0" t="1852" r="0" b="1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37DCF-B0B8-4A0C-934E-0D63E8E8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Handling critique in the 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5394B-806D-43B2-8459-324F7811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 Week 1's critique method: evidence before preference. A reviewer's opinion is a starting point, not a verdict, until tested against a task. Write the comment down before responding, and ask what task or expectation produced it before explaining your reasoning.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15F73-AB41-4668-8B87-3A24926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3272113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45865-785E-487E-88E6-64027150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A043D-DBA6-45F8-BD3B-AA9B68C1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5C35D-1BB9-4F8F-855C-8E762EE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30DAD-764D-4C27-AAFA-B712C373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C33AE-8DD7-4F8D-A11F-6ABE03D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7F175-6574-4DAB-B260-78116315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clarifying question to keep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AFFC3-D0A5-4D09-99CC-14C97BCA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"What were you trying to do when that happened?" turns a vague complaint into a specific, checkable usability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4D0A-40D6-47BE-B0B5-1DF90B16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02E05-5EC4-4C9D-84B1-D3586A5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14280216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60764-F848-4D43-9F46-E28F664F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4D15B-F3C3-4A6F-A892-B6071A7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15B8E-4AC1-40F2-83C0-2344B278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881EA-4BF6-474B-B484-7B81525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5CDE6-C791-43A6-B5D4-6A0F152E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a7e959f424705"/>
          <a:srcRect xmlns:a="http://schemas.openxmlformats.org/drawingml/2006/main" l="0" t="15333" r="0" b="15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7F4FE-8927-4BDC-A0BE-C4D2E9C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Live and technical walkthrough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54DA2-D5EC-4EB3-988A-E312DEE1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Some things must be shown live. Others can be described. Confusing the two is the most common portfolio-review mistake.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9A444-9B28-4209-BA0F-24753E83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6028202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C6A78-7BEE-4EB9-A649-EAAC1398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AC6D4-C78D-43B3-ADF7-68DDE7FC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4E93C-76A5-4779-ADCB-23687B70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FC77D-3F46-401B-8DD4-23D1DEC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C7C2A-13CB-4D4F-8CD2-529A6832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2504D-107E-4A8D-97CE-2D918BA3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Demonstrate live vs describe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FB7EF-5B7A-41F7-BA8A-6BC16BB3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Show live: keyboard-only navigation of one task, a resize across a breakpoint, one DevTools accessibility fix. Describe: hosting choices, asset pipeline, file naming.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F60FA-BA9E-414C-B76F-7FCA2B9E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00813-7CCA-45E9-AAE2-B60EA3F3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5952978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548B2-EE08-4407-82D5-56531EAF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02664-69DD-4021-9F79-F89042DD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EBB1C-9069-4862-BDB7-B2BC67E5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379E2-609C-4DBE-9501-1E99629C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5F7C-6F7C-46DD-9FA1-B32FA7A1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262EE-7DC6-4133-863D-8D55E715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failure modes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DF75F-CDFA-4345-9A6D-ABD57A09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E0A75-EBC3-404D-9A98-BF602C14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4DB98-BA34-4C26-9AC5-B3579655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All screenshots, no 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8519D-5F64-4FBF-9467-042238DC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review that never opens the live URL invites doubt about what actually works.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48DA1-0A03-46CF-B098-76F2F09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39C34-4C6E-438F-A159-2A9378B1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57160-6959-4637-885F-C0F40878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Vague reflection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7B832-D52F-4313-9A3A-3B63889F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"I learned a lot" is not evidence. Name the obstacle and the specific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28317-FDB5-42F4-AA2A-21CBCF7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B7272-9829-4671-AF72-2C1189A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BD80B-D5AE-448F-A0BE-729ED48E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Design system not in the 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AD1BF-7D72-4C44-8F10-DB7177EF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Tokens on a slide that don't match the shipped CSS undercut the whole walkthrough.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55A3C-95A8-4FDA-936F-01805F92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3509B-E47A-4532-9FC8-E6042D1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E97BF-E7D2-4B56-96F5-9E97C2D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Critique met with defence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AD555-E3BB-4EC9-9F33-4696EC5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Arguing with feedback instead of testing it reads as unprepared, not confident.</a:t>
            </a:r>
          </a:p>
        </p:txBody>
      </p:sp>
    </p:spTree>
    <p:extLst>
      <p:ext uri="{BB962C8B-B14F-4D97-AF65-F5344CB8AC3E}">
        <p14:creationId xmlns:p14="http://schemas.microsoft.com/office/powerpoint/2010/main" val="13494249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452F5-1BDA-4B1B-A886-47D78935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AFDA1-83BE-4F1E-921D-ADBD05CD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4820C-085A-4A1A-90BB-D41E36D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DA22F-7F43-4A7D-9E10-D7387238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BD7E7-24BD-4863-AC28-BD89D0C6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6FAAD-E1AF-4EDF-948A-E7AC92CD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Self-assessment against the rubric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A4C46-BB7D-4A2F-8479-F8883D9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Score your own project against all four criteria before presenting. A worked example, scored honestly, with the evidence for each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0AA88-2A45-4A5C-B769-893650F4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3F199-C4C1-48CC-97E4-861B089C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6284622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6DEA5-5769-4B2A-9DAD-00D2CA3C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7C768-9B42-401A-ACD5-9877FF72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65127-6C7A-4E56-92C3-D9DA1B7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EF454-E8EE-4968-A9FB-34CD3622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E3C68-0CA6-4C72-8570-33D5C594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51824c2084fc3"/>
          <a:srcRect xmlns:a="http://schemas.openxmlformats.org/drawingml/2006/main" l="0" t="1852" r="0" b="1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38ED8-48F0-495F-979B-0EB99B72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Worked self-assessment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56B73-16DE-4548-8D9D-FBB8E2E8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IA: strong, sitemap tested with two users. Visual system: solid, tokens documented. Accessibility: partial, colour contrast unchecked on one page. Testing: strong, three sessions logged. A gap you find yourself is a fixable footnote; a gap a reviewer finds first is a credibility problem — score honestly, then patch the weakest area.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9655D-E4DE-45CA-A412-C2FF4192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6101065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28D68-89B6-43F0-BDF4-7551F0D2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4F8F7-B470-4D5A-9727-2D5230CF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C4D2F-E4C5-48AB-8928-A40CFB4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8F52E-3E3B-4609-8AF6-95CBC022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8009D-D16F-427B-BC19-136864FB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F2483-3996-46CD-B4B7-7F0EC15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Testable review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61916-A697-4A95-8021-0210DC1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286000"/>
          </a:xfrm>
          <a:prstGeom xmlns:a="http://schemas.openxmlformats.org/drawingml/2006/main" prst="roundRect">
            <a:avLst>
              <a:gd name="adj" fmla="val 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Purpose and audience stated first. IA shown before visuals. Design system shown as a reference sheet. One live interaction demonstrated. One observed blocker paired with its fix. Change log dated. Self-assessed against all four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a portfolio review rewards evidence over description. Every claim on screen should be checkable against the live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before presenting, test each claim yourself — open the live site and confirm it still 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2C9AE-E18D-423E-94BD-1DED053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F5285-8282-4A73-B5D3-BDA97EC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claim made, site checked, and what you found.</a:t>
            </a:r>
          </a:p>
        </p:txBody>
      </p:sp>
    </p:spTree>
    <p:extLst>
      <p:ext uri="{BB962C8B-B14F-4D97-AF65-F5344CB8AC3E}">
        <p14:creationId xmlns:p14="http://schemas.microsoft.com/office/powerpoint/2010/main" val="3128596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33163-AC6B-4F10-953F-DFF89D8A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92211-E249-4FEB-83DA-AC607793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FD2DF-708D-49BB-831E-D2BFFC80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89298-6FAA-4EF2-81F4-1243F8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6B6A1-5B9B-49BC-9C98-75B3B47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DAD97-8D06-483B-B19C-83A94F72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Further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5DA24-2CF6-45C8-9904-FE2230B8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0287000" cy="3905250"/>
          </a:xfrm>
          <a:prstGeom xmlns:a="http://schemas.openxmlformats.org/drawingml/2006/main" prst="roundRect">
            <a:avLst>
              <a:gd name="adj" fmla="val 292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Nielsen Norman Group's articles on portfolio and design critique, and the course's own Assignment 4 brief and rubric, support continued preparation.</a:t>
            </a:r>
          </a:p>
        </p:txBody>
      </p:sp>
    </p:spTree>
    <p:extLst>
      <p:ext uri="{BB962C8B-B14F-4D97-AF65-F5344CB8AC3E}">
        <p14:creationId xmlns:p14="http://schemas.microsoft.com/office/powerpoint/2010/main" val="3641953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5B716-2EA5-4040-AEA8-B684992A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9B12D-8256-46C5-A17D-FFB0120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AEB58-88FA-4288-9712-6B0CC3E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1D389-D3CE-4183-8932-BC89606C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69EA0-F309-48ED-A5ED-CB773767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2e75f8a4840f9"/>
          <a:srcRect xmlns:a="http://schemas.openxmlformats.org/drawingml/2006/main" l="0" t="1852" r="0" b="1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FA6DB-3BB1-4F62-870A-89089C4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Closing studio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85C7B-F1AE-4A96-8022-8D9C340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Prepare a five-minute walkthrough of a work-in-progress project: problem and audience, IA, visual system, one live interaction, one piece of testing evidence, and a one-sentence reflection. Deliver it in the final session.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C3343-0C8D-48A7-9F74-733ECCFD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85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4859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2026-09-13T07:32:20.8470000Z</dcterms:created>
  <dcterms:modified xsi:type="dcterms:W3CDTF">2026-09-13T07:32:20.8470000Z</dcterms:modified>
</coreProperties>
</file>