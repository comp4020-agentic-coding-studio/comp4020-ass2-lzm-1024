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fc14e2c8994bcb" /><Relationship Type="http://schemas.openxmlformats.org/officeDocument/2006/relationships/extended-properties" Target="/docProps/app.xml" Id="R91e21d1d71fb4c80" /><Relationship Type="http://schemas.openxmlformats.org/officeDocument/2006/relationships/officeDocument" Target="/ppt/presentation.xml" Id="R81bb5355a9c94c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c533aeffda4f9b"/>
  </p:sldMasterIdLst>
  <p:notesMasterIdLst>
    <p:notesMasterId xmlns:r="http://schemas.openxmlformats.org/officeDocument/2006/relationships" r:id="R6eb5774c17d54244"/>
  </p:notesMasterIdLst>
  <p:sldIdLst>
    <p:sldId xmlns:r="http://schemas.openxmlformats.org/officeDocument/2006/relationships" id="256" r:id="R14ff4fb326954b0b"/>
    <p:sldId xmlns:r="http://schemas.openxmlformats.org/officeDocument/2006/relationships" id="257" r:id="R2c99bf1e26a54040"/>
    <p:sldId xmlns:r="http://schemas.openxmlformats.org/officeDocument/2006/relationships" id="258" r:id="R92d459e920e7469e"/>
    <p:sldId xmlns:r="http://schemas.openxmlformats.org/officeDocument/2006/relationships" id="259" r:id="R4a4aa134903c4452"/>
    <p:sldId xmlns:r="http://schemas.openxmlformats.org/officeDocument/2006/relationships" id="260" r:id="R6161223cefc54615"/>
    <p:sldId xmlns:r="http://schemas.openxmlformats.org/officeDocument/2006/relationships" id="261" r:id="R75c33b8a666a4aca"/>
    <p:sldId xmlns:r="http://schemas.openxmlformats.org/officeDocument/2006/relationships" id="262" r:id="R468002ec40bb4d83"/>
    <p:sldId xmlns:r="http://schemas.openxmlformats.org/officeDocument/2006/relationships" id="263" r:id="R92f1daa2ee5b426c"/>
    <p:sldId xmlns:r="http://schemas.openxmlformats.org/officeDocument/2006/relationships" id="264" r:id="R99e0ca4d88ed41b7"/>
    <p:sldId xmlns:r="http://schemas.openxmlformats.org/officeDocument/2006/relationships" id="265" r:id="R16ab97ede0234b7f"/>
    <p:sldId xmlns:r="http://schemas.openxmlformats.org/officeDocument/2006/relationships" id="266" r:id="R61efc33c27f74913"/>
    <p:sldId xmlns:r="http://schemas.openxmlformats.org/officeDocument/2006/relationships" id="267" r:id="R5c697950e68d48aa"/>
    <p:sldId xmlns:r="http://schemas.openxmlformats.org/officeDocument/2006/relationships" id="268" r:id="Re468255269024b73"/>
    <p:sldId xmlns:r="http://schemas.openxmlformats.org/officeDocument/2006/relationships" id="269" r:id="R4cb39af527dc4a5c"/>
    <p:sldId xmlns:r="http://schemas.openxmlformats.org/officeDocument/2006/relationships" id="270" r:id="Rf4f59dc96ff04e10"/>
    <p:sldId xmlns:r="http://schemas.openxmlformats.org/officeDocument/2006/relationships" id="271" r:id="R1c5a16f0efa8401f"/>
    <p:sldId xmlns:r="http://schemas.openxmlformats.org/officeDocument/2006/relationships" id="272" r:id="R3c49663db3974208"/>
    <p:sldId xmlns:r="http://schemas.openxmlformats.org/officeDocument/2006/relationships" id="273" r:id="Rbcebcb4561c14011"/>
    <p:sldId xmlns:r="http://schemas.openxmlformats.org/officeDocument/2006/relationships" id="274" r:id="R206081ebc0014efc"/>
    <p:sldId xmlns:r="http://schemas.openxmlformats.org/officeDocument/2006/relationships" id="275" r:id="Rc9c5b9be1f5f43a7"/>
    <p:sldId xmlns:r="http://schemas.openxmlformats.org/officeDocument/2006/relationships" id="276" r:id="Rb769e18066d54597"/>
    <p:sldId xmlns:r="http://schemas.openxmlformats.org/officeDocument/2006/relationships" id="277" r:id="R82840157cf634d9a"/>
    <p:sldId xmlns:r="http://schemas.openxmlformats.org/officeDocument/2006/relationships" id="278" r:id="R44b3222003c747fa"/>
    <p:sldId xmlns:r="http://schemas.openxmlformats.org/officeDocument/2006/relationships" id="279" r:id="R2d3cabd04cc248e9"/>
    <p:sldId xmlns:r="http://schemas.openxmlformats.org/officeDocument/2006/relationships" id="280" r:id="Rc4a519b31c144487"/>
    <p:sldId xmlns:r="http://schemas.openxmlformats.org/officeDocument/2006/relationships" id="281" r:id="R9bb66ee6beda4e6d"/>
    <p:sldId xmlns:r="http://schemas.openxmlformats.org/officeDocument/2006/relationships" id="282" r:id="Re2ac2dd7a3c74cde"/>
    <p:sldId xmlns:r="http://schemas.openxmlformats.org/officeDocument/2006/relationships" id="283" r:id="Rc20eefd4fe014fc0"/>
    <p:sldId xmlns:r="http://schemas.openxmlformats.org/officeDocument/2006/relationships" id="284" r:id="R2ea06aad0e2044f6"/>
    <p:sldId xmlns:r="http://schemas.openxmlformats.org/officeDocument/2006/relationships" id="285" r:id="R1e388267d3d14cff"/>
    <p:sldId xmlns:r="http://schemas.openxmlformats.org/officeDocument/2006/relationships" id="286" r:id="R910d5f820834471f"/>
    <p:sldId xmlns:r="http://schemas.openxmlformats.org/officeDocument/2006/relationships" id="287" r:id="R213ac2c60cd34194"/>
    <p:sldId xmlns:r="http://schemas.openxmlformats.org/officeDocument/2006/relationships" id="288" r:id="Rffc661ee0fb341c6"/>
    <p:sldId xmlns:r="http://schemas.openxmlformats.org/officeDocument/2006/relationships" id="289" r:id="R2d2ef8e80a2049e6"/>
    <p:sldId xmlns:r="http://schemas.openxmlformats.org/officeDocument/2006/relationships" id="290" r:id="Rb24b4a84dde044bc"/>
    <p:sldId xmlns:r="http://schemas.openxmlformats.org/officeDocument/2006/relationships" id="291" r:id="R8dd46b6bc2a949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3943142d79424b" /><Relationship Type="http://schemas.openxmlformats.org/officeDocument/2006/relationships/slideMaster" Target="/ppt/slideMasters/slideMaster1.xml" Id="R77c533aeffda4f9b" /><Relationship Type="http://schemas.openxmlformats.org/officeDocument/2006/relationships/notesMaster" Target="/ppt/notesMasters/notesMaster1.xml" Id="R6eb5774c17d54244" /><Relationship Type="http://schemas.openxmlformats.org/officeDocument/2006/relationships/presProps" Target="/ppt/presProps.xml" Id="Rb544757a3101402d" /><Relationship Type="http://schemas.openxmlformats.org/officeDocument/2006/relationships/tableStyles" Target="/ppt/tableStyles.xml" Id="R95c95acf448c4791" /><Relationship Type="http://schemas.openxmlformats.org/officeDocument/2006/relationships/slide" Target="/ppt/slides/slide1.xml" Id="R14ff4fb326954b0b" /><Relationship Type="http://schemas.openxmlformats.org/officeDocument/2006/relationships/slide" Target="/ppt/slides/slide2.xml" Id="R2c99bf1e26a54040" /><Relationship Type="http://schemas.openxmlformats.org/officeDocument/2006/relationships/slide" Target="/ppt/slides/slide3.xml" Id="R92d459e920e7469e" /><Relationship Type="http://schemas.openxmlformats.org/officeDocument/2006/relationships/slide" Target="/ppt/slides/slide4.xml" Id="R4a4aa134903c4452" /><Relationship Type="http://schemas.openxmlformats.org/officeDocument/2006/relationships/slide" Target="/ppt/slides/slide5.xml" Id="R6161223cefc54615" /><Relationship Type="http://schemas.openxmlformats.org/officeDocument/2006/relationships/slide" Target="/ppt/slides/slide6.xml" Id="R75c33b8a666a4aca" /><Relationship Type="http://schemas.openxmlformats.org/officeDocument/2006/relationships/slide" Target="/ppt/slides/slide7.xml" Id="R468002ec40bb4d83" /><Relationship Type="http://schemas.openxmlformats.org/officeDocument/2006/relationships/slide" Target="/ppt/slides/slide8.xml" Id="R92f1daa2ee5b426c" /><Relationship Type="http://schemas.openxmlformats.org/officeDocument/2006/relationships/slide" Target="/ppt/slides/slide9.xml" Id="R99e0ca4d88ed41b7" /><Relationship Type="http://schemas.openxmlformats.org/officeDocument/2006/relationships/slide" Target="/ppt/slides/slide10.xml" Id="R16ab97ede0234b7f" /><Relationship Type="http://schemas.openxmlformats.org/officeDocument/2006/relationships/slide" Target="/ppt/slides/slide11.xml" Id="R61efc33c27f74913" /><Relationship Type="http://schemas.openxmlformats.org/officeDocument/2006/relationships/slide" Target="/ppt/slides/slide12.xml" Id="R5c697950e68d48aa" /><Relationship Type="http://schemas.openxmlformats.org/officeDocument/2006/relationships/slide" Target="/ppt/slides/slide13.xml" Id="Re468255269024b73" /><Relationship Type="http://schemas.openxmlformats.org/officeDocument/2006/relationships/slide" Target="/ppt/slides/slide14.xml" Id="R4cb39af527dc4a5c" /><Relationship Type="http://schemas.openxmlformats.org/officeDocument/2006/relationships/slide" Target="/ppt/slides/slide15.xml" Id="Rf4f59dc96ff04e10" /><Relationship Type="http://schemas.openxmlformats.org/officeDocument/2006/relationships/slide" Target="/ppt/slides/slide16.xml" Id="R1c5a16f0efa8401f" /><Relationship Type="http://schemas.openxmlformats.org/officeDocument/2006/relationships/slide" Target="/ppt/slides/slide17.xml" Id="R3c49663db3974208" /><Relationship Type="http://schemas.openxmlformats.org/officeDocument/2006/relationships/slide" Target="/ppt/slides/slide18.xml" Id="Rbcebcb4561c14011" /><Relationship Type="http://schemas.openxmlformats.org/officeDocument/2006/relationships/slide" Target="/ppt/slides/slide19.xml" Id="R206081ebc0014efc" /><Relationship Type="http://schemas.openxmlformats.org/officeDocument/2006/relationships/slide" Target="/ppt/slides/slide20.xml" Id="Rc9c5b9be1f5f43a7" /><Relationship Type="http://schemas.openxmlformats.org/officeDocument/2006/relationships/slide" Target="/ppt/slides/slide21.xml" Id="Rb769e18066d54597" /><Relationship Type="http://schemas.openxmlformats.org/officeDocument/2006/relationships/slide" Target="/ppt/slides/slide22.xml" Id="R82840157cf634d9a" /><Relationship Type="http://schemas.openxmlformats.org/officeDocument/2006/relationships/slide" Target="/ppt/slides/slide23.xml" Id="R44b3222003c747fa" /><Relationship Type="http://schemas.openxmlformats.org/officeDocument/2006/relationships/slide" Target="/ppt/slides/slide24.xml" Id="R2d3cabd04cc248e9" /><Relationship Type="http://schemas.openxmlformats.org/officeDocument/2006/relationships/slide" Target="/ppt/slides/slide25.xml" Id="Rc4a519b31c144487" /><Relationship Type="http://schemas.openxmlformats.org/officeDocument/2006/relationships/slide" Target="/ppt/slides/slide26.xml" Id="R9bb66ee6beda4e6d" /><Relationship Type="http://schemas.openxmlformats.org/officeDocument/2006/relationships/slide" Target="/ppt/slides/slide27.xml" Id="Re2ac2dd7a3c74cde" /><Relationship Type="http://schemas.openxmlformats.org/officeDocument/2006/relationships/slide" Target="/ppt/slides/slide28.xml" Id="Rc20eefd4fe014fc0" /><Relationship Type="http://schemas.openxmlformats.org/officeDocument/2006/relationships/slide" Target="/ppt/slides/slide29.xml" Id="R2ea06aad0e2044f6" /><Relationship Type="http://schemas.openxmlformats.org/officeDocument/2006/relationships/slide" Target="/ppt/slides/slide30.xml" Id="R1e388267d3d14cff" /><Relationship Type="http://schemas.openxmlformats.org/officeDocument/2006/relationships/slide" Target="/ppt/slides/slide31.xml" Id="R910d5f820834471f" /><Relationship Type="http://schemas.openxmlformats.org/officeDocument/2006/relationships/slide" Target="/ppt/slides/slide32.xml" Id="R213ac2c60cd34194" /><Relationship Type="http://schemas.openxmlformats.org/officeDocument/2006/relationships/slide" Target="/ppt/slides/slide33.xml" Id="Rffc661ee0fb341c6" /><Relationship Type="http://schemas.openxmlformats.org/officeDocument/2006/relationships/slide" Target="/ppt/slides/slide34.xml" Id="R2d2ef8e80a2049e6" /><Relationship Type="http://schemas.openxmlformats.org/officeDocument/2006/relationships/slide" Target="/ppt/slides/slide35.xml" Id="Rb24b4a84dde044bc" /><Relationship Type="http://schemas.openxmlformats.org/officeDocument/2006/relationships/slide" Target="/ppt/slides/slide36.xml" Id="R8dd46b6bc2a949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4dba14b374c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16d410bf04a27" /><Relationship Type="http://schemas.openxmlformats.org/officeDocument/2006/relationships/notesMaster" Target="/ppt/notesMasters/notesMaster1.xml" Id="R2a0be4b9254740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7833399d71440f" /><Relationship Type="http://schemas.openxmlformats.org/officeDocument/2006/relationships/notesMaster" Target="/ppt/notesMasters/notesMaster1.xml" Id="R91eba769153843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40477b73f4f28" /><Relationship Type="http://schemas.openxmlformats.org/officeDocument/2006/relationships/notesMaster" Target="/ppt/notesMasters/notesMaster1.xml" Id="Rd8bc7f04608c4c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d257f85ff4f6a" /><Relationship Type="http://schemas.openxmlformats.org/officeDocument/2006/relationships/notesMaster" Target="/ppt/notesMasters/notesMaster1.xml" Id="R790a388261ae4e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c43d9eb0334dc1" /><Relationship Type="http://schemas.openxmlformats.org/officeDocument/2006/relationships/notesMaster" Target="/ppt/notesMasters/notesMaster1.xml" Id="Rcd87118c2505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4cceecd9644882" /><Relationship Type="http://schemas.openxmlformats.org/officeDocument/2006/relationships/notesMaster" Target="/ppt/notesMasters/notesMaster1.xml" Id="R9830e33849e5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51a317e48149ac" /><Relationship Type="http://schemas.openxmlformats.org/officeDocument/2006/relationships/notesMaster" Target="/ppt/notesMasters/notesMaster1.xml" Id="R7e38ef93c59f46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7ae522b08846b7" /><Relationship Type="http://schemas.openxmlformats.org/officeDocument/2006/relationships/notesMaster" Target="/ppt/notesMasters/notesMaster1.xml" Id="R39ade101f3f7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620b14c264c01" /><Relationship Type="http://schemas.openxmlformats.org/officeDocument/2006/relationships/notesMaster" Target="/ppt/notesMasters/notesMaster1.xml" Id="Rcd869783e56547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87edeb61e4832" /><Relationship Type="http://schemas.openxmlformats.org/officeDocument/2006/relationships/notesMaster" Target="/ppt/notesMasters/notesMaster1.xml" Id="R7eeef05e0fdf43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bd400c40084b6e" /><Relationship Type="http://schemas.openxmlformats.org/officeDocument/2006/relationships/notesMaster" Target="/ppt/notesMasters/notesMaster1.xml" Id="Rd94fe3c4456745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35df6b30e54fc2" /><Relationship Type="http://schemas.openxmlformats.org/officeDocument/2006/relationships/notesMaster" Target="/ppt/notesMasters/notesMaster1.xml" Id="R8f7d45c3ac1d48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9ffe27ebc549f4" /><Relationship Type="http://schemas.openxmlformats.org/officeDocument/2006/relationships/notesMaster" Target="/ppt/notesMasters/notesMaster1.xml" Id="R64c0e326d29d44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f6c41f4be74b27" /><Relationship Type="http://schemas.openxmlformats.org/officeDocument/2006/relationships/notesMaster" Target="/ppt/notesMasters/notesMaster1.xml" Id="R7a5b957e411846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e49cd160ee4369" /><Relationship Type="http://schemas.openxmlformats.org/officeDocument/2006/relationships/notesMaster" Target="/ppt/notesMasters/notesMaster1.xml" Id="R9c3d3cc7234149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5a253762794646" /><Relationship Type="http://schemas.openxmlformats.org/officeDocument/2006/relationships/notesMaster" Target="/ppt/notesMasters/notesMaster1.xml" Id="R239452cc1d744b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61be60ae97499f" /><Relationship Type="http://schemas.openxmlformats.org/officeDocument/2006/relationships/notesMaster" Target="/ppt/notesMasters/notesMaster1.xml" Id="R6e08fb3eb8ec45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f9ed4f68324dd3" /><Relationship Type="http://schemas.openxmlformats.org/officeDocument/2006/relationships/notesMaster" Target="/ppt/notesMasters/notesMaster1.xml" Id="Re7fea83f946449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5556058f39477d" /><Relationship Type="http://schemas.openxmlformats.org/officeDocument/2006/relationships/notesMaster" Target="/ppt/notesMasters/notesMaster1.xml" Id="R9f8a40a6283d41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2327c6af934559" /><Relationship Type="http://schemas.openxmlformats.org/officeDocument/2006/relationships/notesMaster" Target="/ppt/notesMasters/notesMaster1.xml" Id="R2b0af4454e7b47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9a5aacb93cb4941" /><Relationship Type="http://schemas.openxmlformats.org/officeDocument/2006/relationships/notesMaster" Target="/ppt/notesMasters/notesMaster1.xml" Id="R1c3e2dc9d3d342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93656940ab4c32" /><Relationship Type="http://schemas.openxmlformats.org/officeDocument/2006/relationships/notesMaster" Target="/ppt/notesMasters/notesMaster1.xml" Id="R133bbf7d4f144f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dcf11c608e4f8f" /><Relationship Type="http://schemas.openxmlformats.org/officeDocument/2006/relationships/notesMaster" Target="/ppt/notesMasters/notesMaster1.xml" Id="Rf1711011d9974c9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125ffe60a94062" /><Relationship Type="http://schemas.openxmlformats.org/officeDocument/2006/relationships/notesMaster" Target="/ppt/notesMasters/notesMaster1.xml" Id="R15f5064e253a49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76d7289741438e" /><Relationship Type="http://schemas.openxmlformats.org/officeDocument/2006/relationships/notesMaster" Target="/ppt/notesMasters/notesMaster1.xml" Id="R1a69b489d5da4c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892489622d04cc3" /><Relationship Type="http://schemas.openxmlformats.org/officeDocument/2006/relationships/notesMaster" Target="/ppt/notesMasters/notesMaster1.xml" Id="Rca9277a4404d4a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8e29b33203470c" /><Relationship Type="http://schemas.openxmlformats.org/officeDocument/2006/relationships/notesMaster" Target="/ppt/notesMasters/notesMaster1.xml" Id="R42715210ed534c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2867b66f6f54106" /><Relationship Type="http://schemas.openxmlformats.org/officeDocument/2006/relationships/notesMaster" Target="/ppt/notesMasters/notesMaster1.xml" Id="Rc945e6b3d7224ac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dbd768adf7436b" /><Relationship Type="http://schemas.openxmlformats.org/officeDocument/2006/relationships/notesMaster" Target="/ppt/notesMasters/notesMaster1.xml" Id="Rfb12d9a5967d4e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c64e55fcfbb4430" /><Relationship Type="http://schemas.openxmlformats.org/officeDocument/2006/relationships/notesMaster" Target="/ppt/notesMasters/notesMaster1.xml" Id="Rfc0bef870cf5494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43eb81a1f84afb" /><Relationship Type="http://schemas.openxmlformats.org/officeDocument/2006/relationships/notesMaster" Target="/ppt/notesMasters/notesMaster1.xml" Id="Ra37c769a1af04ce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e2a9f4b80094f27" /><Relationship Type="http://schemas.openxmlformats.org/officeDocument/2006/relationships/notesMaster" Target="/ppt/notesMasters/notesMaster1.xml" Id="Rac3cd68170d04d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9c135d95ee4afc" /><Relationship Type="http://schemas.openxmlformats.org/officeDocument/2006/relationships/notesMaster" Target="/ppt/notesMasters/notesMaster1.xml" Id="R77d9de84ae3944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6c6aac998a9436a" /><Relationship Type="http://schemas.openxmlformats.org/officeDocument/2006/relationships/notesMaster" Target="/ppt/notesMasters/notesMaster1.xml" Id="R1dd8d1603a9d42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cc6b8dfde0430a" /><Relationship Type="http://schemas.openxmlformats.org/officeDocument/2006/relationships/notesMaster" Target="/ppt/notesMasters/notesMaster1.xml" Id="Rbdeb7e636f1048f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24ca1d047bb4162" /><Relationship Type="http://schemas.openxmlformats.org/officeDocument/2006/relationships/notesMaster" Target="/ppt/notesMasters/notesMaster1.xml" Id="Rfc315dd36197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Unsplash photo-1498050108023-c5249f4df085. Original course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SLOP1512 Week 1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64ec5c80f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ba1031966b4b49" /><Relationship Type="http://schemas.openxmlformats.org/officeDocument/2006/relationships/slideLayout" Target="/ppt/slideLayouts/slideLayout1.xml" Id="R19c6e6bf25d348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6e6bf25d348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45105b5842e6" /><Relationship Type="http://schemas.openxmlformats.org/officeDocument/2006/relationships/image" Target="/ppt/media/image.jpeg" Id="R357ee04281db43fc" /><Relationship Type="http://schemas.openxmlformats.org/officeDocument/2006/relationships/notesSlide" Target="/ppt/notesSlides/notesSlide1.xml" Id="R020a71fa489948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893eb530a4e49" /><Relationship Type="http://schemas.openxmlformats.org/officeDocument/2006/relationships/image" Target="/ppt/media/image2.jpeg" Id="R62979b290ed547e4" /><Relationship Type="http://schemas.openxmlformats.org/officeDocument/2006/relationships/notesSlide" Target="/ppt/notesSlides/notesSlide2.xml" Id="Rc46d1b34bead4a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f03de47954fe2" /><Relationship Type="http://schemas.openxmlformats.org/officeDocument/2006/relationships/notesSlide" Target="/ppt/notesSlides/notesSlide3.xml" Id="Rb835d5d61b6249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f9e2ad982417c" /><Relationship Type="http://schemas.openxmlformats.org/officeDocument/2006/relationships/notesSlide" Target="/ppt/notesSlides/notesSlide4.xml" Id="Rf71e8f79f0d547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05929aba6434d" /><Relationship Type="http://schemas.openxmlformats.org/officeDocument/2006/relationships/image" Target="/ppt/media/image3.jpeg" Id="R2c02c664bc9f44bb" /><Relationship Type="http://schemas.openxmlformats.org/officeDocument/2006/relationships/notesSlide" Target="/ppt/notesSlides/notesSlide5.xml" Id="Rf8bc49576653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be1c053104d6a" /><Relationship Type="http://schemas.openxmlformats.org/officeDocument/2006/relationships/notesSlide" Target="/ppt/notesSlides/notesSlide6.xml" Id="Rb35a173f5267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75da0f00b4e13" /><Relationship Type="http://schemas.openxmlformats.org/officeDocument/2006/relationships/notesSlide" Target="/ppt/notesSlides/notesSlide7.xml" Id="R533e012c3e4c4a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8f26dc5bc4a31" /><Relationship Type="http://schemas.openxmlformats.org/officeDocument/2006/relationships/notesSlide" Target="/ppt/notesSlides/notesSlide8.xml" Id="R6ea8649288bf45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edf1ff10d4e06" /><Relationship Type="http://schemas.openxmlformats.org/officeDocument/2006/relationships/image" Target="/ppt/media/image4.jpeg" Id="Rc51180a820604dd1" /><Relationship Type="http://schemas.openxmlformats.org/officeDocument/2006/relationships/notesSlide" Target="/ppt/notesSlides/notesSlide9.xml" Id="Rbe09e830d4cb49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1c144a0ef4c82" /><Relationship Type="http://schemas.openxmlformats.org/officeDocument/2006/relationships/notesSlide" Target="/ppt/notesSlides/notesSlide10.xml" Id="R6c53228fcec845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edfc0036549e5" /><Relationship Type="http://schemas.openxmlformats.org/officeDocument/2006/relationships/notesSlide" Target="/ppt/notesSlides/notesSlide11.xml" Id="R0441816f623f45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187a91b1e4610" /><Relationship Type="http://schemas.openxmlformats.org/officeDocument/2006/relationships/notesSlide" Target="/ppt/notesSlides/notesSlide12.xml" Id="Rc7ee195240a343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45d7d86664040" /><Relationship Type="http://schemas.openxmlformats.org/officeDocument/2006/relationships/image" Target="/ppt/media/image.png" Id="R86def5d6b72f4802" /><Relationship Type="http://schemas.openxmlformats.org/officeDocument/2006/relationships/notesSlide" Target="/ppt/notesSlides/notesSlide13.xml" Id="R56de4c9923a14b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2f4ac1b754837" /><Relationship Type="http://schemas.openxmlformats.org/officeDocument/2006/relationships/notesSlide" Target="/ppt/notesSlides/notesSlide14.xml" Id="Ref5827f867c849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a12dd7c764b2c" /><Relationship Type="http://schemas.openxmlformats.org/officeDocument/2006/relationships/notesSlide" Target="/ppt/notesSlides/notesSlide15.xml" Id="Rcb34a0df480a4d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bc124a0544a6b" /><Relationship Type="http://schemas.openxmlformats.org/officeDocument/2006/relationships/notesSlide" Target="/ppt/notesSlides/notesSlide16.xml" Id="R034c77141d8b49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011f9e0a047a9" /><Relationship Type="http://schemas.openxmlformats.org/officeDocument/2006/relationships/notesSlide" Target="/ppt/notesSlides/notesSlide17.xml" Id="Re6b7e3be2cf64e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72c97171b4917" /><Relationship Type="http://schemas.openxmlformats.org/officeDocument/2006/relationships/notesSlide" Target="/ppt/notesSlides/notesSlide18.xml" Id="R3b24701c3da647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0544ded804585" /><Relationship Type="http://schemas.openxmlformats.org/officeDocument/2006/relationships/notesSlide" Target="/ppt/notesSlides/notesSlide19.xml" Id="R0756e7e7ea2046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fd52a47704769" /><Relationship Type="http://schemas.openxmlformats.org/officeDocument/2006/relationships/image" Target="/ppt/media/image5.jpeg" Id="R62cf731c02844b3b" /><Relationship Type="http://schemas.openxmlformats.org/officeDocument/2006/relationships/notesSlide" Target="/ppt/notesSlides/notesSlide20.xml" Id="Rb6266ba7d53e49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f5c9e8ddc4de1" /><Relationship Type="http://schemas.openxmlformats.org/officeDocument/2006/relationships/notesSlide" Target="/ppt/notesSlides/notesSlide21.xml" Id="R97c97271249643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a00c14319420b" /><Relationship Type="http://schemas.openxmlformats.org/officeDocument/2006/relationships/notesSlide" Target="/ppt/notesSlides/notesSlide22.xml" Id="R1fb538fcf70743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09748d6ed4c54" /><Relationship Type="http://schemas.openxmlformats.org/officeDocument/2006/relationships/notesSlide" Target="/ppt/notesSlides/notesSlide23.xml" Id="R949d6c8f35a84a0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cbbcae9044ef" /><Relationship Type="http://schemas.openxmlformats.org/officeDocument/2006/relationships/notesSlide" Target="/ppt/notesSlides/notesSlide24.xml" Id="R9a9f044c380a441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0c14439b64b54" /><Relationship Type="http://schemas.openxmlformats.org/officeDocument/2006/relationships/image" Target="/ppt/media/image6.jpeg" Id="R800c4cc1d9ab4637" /><Relationship Type="http://schemas.openxmlformats.org/officeDocument/2006/relationships/notesSlide" Target="/ppt/notesSlides/notesSlide25.xml" Id="R8ecca31348d64d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870b7ec5848ce" /><Relationship Type="http://schemas.openxmlformats.org/officeDocument/2006/relationships/notesSlide" Target="/ppt/notesSlides/notesSlide26.xml" Id="R86187fc5faa74d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53eaa06c141cd" /><Relationship Type="http://schemas.openxmlformats.org/officeDocument/2006/relationships/notesSlide" Target="/ppt/notesSlides/notesSlide27.xml" Id="R4d0dacf11c5b47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68d4f46ab475c" /><Relationship Type="http://schemas.openxmlformats.org/officeDocument/2006/relationships/notesSlide" Target="/ppt/notesSlides/notesSlide28.xml" Id="R8df53e20038942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29abfde504bb3" /><Relationship Type="http://schemas.openxmlformats.org/officeDocument/2006/relationships/image" Target="/ppt/media/image7.jpeg" Id="Rc25de6fe90b74de3" /><Relationship Type="http://schemas.openxmlformats.org/officeDocument/2006/relationships/notesSlide" Target="/ppt/notesSlides/notesSlide29.xml" Id="R58d4cefa5c9040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afac56f484895" /><Relationship Type="http://schemas.openxmlformats.org/officeDocument/2006/relationships/notesSlide" Target="/ppt/notesSlides/notesSlide30.xml" Id="R281e48f1a7fe48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82b452b244fac" /><Relationship Type="http://schemas.openxmlformats.org/officeDocument/2006/relationships/image" Target="/ppt/media/image8.jpeg" Id="R6cf157570d1149de" /><Relationship Type="http://schemas.openxmlformats.org/officeDocument/2006/relationships/notesSlide" Target="/ppt/notesSlides/notesSlide31.xml" Id="R07d6068b74b8489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2898ac68d4b54" /><Relationship Type="http://schemas.openxmlformats.org/officeDocument/2006/relationships/notesSlide" Target="/ppt/notesSlides/notesSlide32.xml" Id="Rdad7a554996a4f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9e315010342bf" /><Relationship Type="http://schemas.openxmlformats.org/officeDocument/2006/relationships/notesSlide" Target="/ppt/notesSlides/notesSlide33.xml" Id="Refec45ff1a9a488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0294881134b35" /><Relationship Type="http://schemas.openxmlformats.org/officeDocument/2006/relationships/image" Target="/ppt/media/image9.jpeg" Id="Re2d49935786e4f79" /><Relationship Type="http://schemas.openxmlformats.org/officeDocument/2006/relationships/notesSlide" Target="/ppt/notesSlides/notesSlide34.xml" Id="R71c8a9b4002a42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3a4ecfd6e4c41" /><Relationship Type="http://schemas.openxmlformats.org/officeDocument/2006/relationships/notesSlide" Target="/ppt/notesSlides/notesSlide35.xml" Id="R7299f3228ce243f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a795de2cc4e38" /><Relationship Type="http://schemas.openxmlformats.org/officeDocument/2006/relationships/notesSlide" Target="/ppt/notesSlides/notesSlide36.xml" Id="R638b7304eded4f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ee04281db43fc"/>
          <a:srcRect xmlns:a="http://schemas.openxmlformats.org/drawingml/2006/main" l="21795" t="0" r="217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AE074-F3C4-4AF4-A5A2-C5D8EC63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6851F-3B5D-4B7F-AE83-AA0B7B08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685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807C9-0D21-4955-BF95-4BDD287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304800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102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71639-37B1-428B-987A-A50623C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334000" cy="1190625"/>
          </a:xfrm>
          <a:prstGeom xmlns:a="http://schemas.openxmlformats.org/drawingml/2006/main" prst="roundRect">
            <a:avLst>
              <a:gd name="adj" fmla="val 96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073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Design and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96854-1B42-4742-AB7B-DB01C07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953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9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web as a publishing medium</a:t>
            </a:r>
          </a:p>
        </p:txBody>
      </p:sp>
    </p:spTree>
    <p:extLst>
      <p:ext uri="{BB962C8B-B14F-4D97-AF65-F5344CB8AC3E}">
        <p14:creationId xmlns:p14="http://schemas.microsoft.com/office/powerpoint/2010/main" val="1729660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8CE55-4AB1-4BC5-8BA4-46F1473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1F6C9-A11D-43CE-80E2-A84A2A0D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C818C-03A5-4D83-942B-5C44052E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FA9BF-65DA-45FC-A113-B86792DF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8FD25-3BBA-4A3F-8391-56ED1EA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51511-2460-4C42-AC9B-8F1ED62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What this course builds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F156D-4A9A-4FA2-AB87-FA469C99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semester of deliberate web publishing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79b290ed547e4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EDB0B-5439-4D37-9CCF-D0836DD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 HTML, visual hierarchy, responsive CSS, accessible interaction, testing and revision.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90292-F32F-415D-825C-1643BEAE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33934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68084-38A6-4DAE-A69C-CFFCB3ED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2F8C1-85BC-4D14-9631-8C222C13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F35CE-D8DB-4A1D-A583-E05A44F2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05D3C-2C61-4D63-AD30-F5515949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9976D-A8E5-43DC-8F47-034EB199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24306-793B-45AC-AC7F-3C05D638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Assessment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F6176-1D98-4C8F-8AC4-99EB8E3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Four connected projects, 100%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EE19E-328F-434E-8B28-0A039AEA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D354B-D5A0-4C32-8C01-D99DA93E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204FA-EBA6-4FD8-83C1-7C0FE1E3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A1 · 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1C9FF-1AE0-43F3-B0BF-4DF915D3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0383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Structured reading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D9E8F-2DBA-4344-9CD7-04BAC923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40B7D-184D-4D54-A949-8863049C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0B777-C7C2-4A1D-BBF1-C32908E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289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A2 · 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4D160-CC6D-4461-9E6F-A687F01B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09950"/>
            <a:ext cx="20383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Responsive visual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EDF7B-8869-4D65-A2E0-290C6AED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186D0-1C21-462A-98BD-FC5E168F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20CC1-5C1C-4E82-B3F9-41A1B3E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A3 · 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F6079-5087-4FC7-8B6E-3D774E7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0383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Accessible interaction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E176D-2637-4B85-8089-93B0DA6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670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EEE1C-98B5-4527-B87A-909510B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3845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21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BED86-6B60-46B7-8957-C0F9C8DF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28950"/>
            <a:ext cx="20383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A4 · 40%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21F2C-F2CD-4279-A38D-E4F1A78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09950"/>
            <a:ext cx="2038350" cy="914400"/>
          </a:xfrm>
          <a:prstGeom xmlns:a="http://schemas.openxmlformats.org/drawingml/2006/main" prst="roundRect">
            <a:avLst>
              <a:gd name="adj" fmla="val 12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Interactive publishing site</a:t>
            </a:r>
          </a:p>
        </p:txBody>
      </p:sp>
    </p:spTree>
    <p:extLst>
      <p:ext uri="{BB962C8B-B14F-4D97-AF65-F5344CB8AC3E}">
        <p14:creationId xmlns:p14="http://schemas.microsoft.com/office/powerpoint/2010/main" val="548452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C058C-3C21-418A-B4BC-91D1617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6C5CD-A297-4557-92F7-F22AF1C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280E2-791B-441A-B129-A57E4FD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83968-54AF-4864-A603-3B902A2F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15929-BBC0-4FC2-9806-401CD0A8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7B476-06BE-4B0D-BA31-C4242267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Assignment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07002-A63A-4B36-B415-F4CB7BDF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Structured reading page · 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009AF-9BE9-4ED0-AC17-D6B81F8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semantic one-page reading experience. Show heading hierarchy, meaningful links and text alternatives.</a:t>
            </a:r>
          </a:p>
        </p:txBody>
      </p:sp>
    </p:spTree>
    <p:extLst>
      <p:ext uri="{BB962C8B-B14F-4D97-AF65-F5344CB8AC3E}">
        <p14:creationId xmlns:p14="http://schemas.microsoft.com/office/powerpoint/2010/main" val="2051672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39A2E-BD73-4EB5-B913-223F99AE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BCA4E-8BA2-4F74-B54A-16FBCE16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BC9A-DA57-41BA-AB76-C6ABEF5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87665-5039-4A6B-8C0D-926EFE3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839AD-A467-4D7F-9EFC-208238BB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46049-F375-4A3C-94EC-4EA51074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Assignment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CD88E-51F6-4068-99A5-C2132448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Responsive visual system · 20%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2c664bc9f44bb"/>
          <a:srcRect xmlns:a="http://schemas.openxmlformats.org/drawingml/2006/main" l="3788" t="0" r="3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A9627-CB26-4E6B-A4C8-37CD3C3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Turn content into a type, spacing, colour and layout system that works at narrow and wide sizes.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1C758-065C-49CB-ACE4-2C84990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7920676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8C93C-4BFD-4FFA-BDFF-52E80F7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DCFB1-1853-41C2-AC88-B1BEE40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C0062-5A23-4F50-98D0-1E44863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AAD51-ADA3-482C-8B72-417BDB19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CCD95-D898-4578-905C-7CC31465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D071A-B508-439D-87E6-4B373629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Assignment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DA6A2-4590-4309-817A-CC8A4B9F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Accessible interaction prototype · 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840C7-8C18-4104-80A7-5B7648F5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Build a focused task flow with keyboard access, labels, errors and visible feedback.</a:t>
            </a:r>
          </a:p>
        </p:txBody>
      </p:sp>
    </p:spTree>
    <p:extLst>
      <p:ext uri="{BB962C8B-B14F-4D97-AF65-F5344CB8AC3E}">
        <p14:creationId xmlns:p14="http://schemas.microsoft.com/office/powerpoint/2010/main" val="1944463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76518-E317-4A67-9F03-D2EB006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282AF-A8E5-4DD0-802F-4621259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8E5C4-A686-4DD6-B335-A830C0A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6429C-0FBE-4CA0-8404-0D9C02B6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8430B-96A1-4333-90F1-F0BD76B4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F1CE0-7E77-4479-9DE6-71444C5A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Assignment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40291-CB7B-45E9-955B-09B3925B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Interactive publishing site · 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057DE-0A82-491E-ACB2-ABDD12E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Create a small multi-page site with information architecture, shared navigation, testing evidence and a process dossier.</a:t>
            </a:r>
          </a:p>
        </p:txBody>
      </p:sp>
    </p:spTree>
    <p:extLst>
      <p:ext uri="{BB962C8B-B14F-4D97-AF65-F5344CB8AC3E}">
        <p14:creationId xmlns:p14="http://schemas.microsoft.com/office/powerpoint/2010/main" val="212056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6FF6E-8E65-4F60-A6BB-4955F6C6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EFF00-8156-46D8-B963-D2FA43D4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DB858-2573-48BD-A68A-67966D0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18C68-A8D7-4859-B7D5-F70CB9F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7DC8F-9B50-4483-A468-212FD3CC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B0BC5-6670-4438-BA55-8C948979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Week 1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14A2A-E701-4FD4-9239-F44DE9C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you should be able to do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95D57-D6CB-4B9E-80B6-124830D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Describe the difference between content, structure, presentation and behaviour. Inspect a page before changing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5C915-0575-42D4-A6E1-DE70D40F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9BEC1-0FE2-4FC1-B883-90C7494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C55F6-B4E7-4DA2-A8F7-D2BDA9B5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B776A-ABFA-4060-BEE8-C15F659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evidence would let you judge this page?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94DE1-9656-4E9D-A141-177DAB4E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76ED7-19E5-4118-9FED-4C6F26D8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3FAE5-D42B-49CD-9361-E51342B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2C547-FD1E-4681-80F3-4E03EF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Name a specific heading, control, label or reading path.</a:t>
            </a:r>
          </a:p>
        </p:txBody>
      </p:sp>
    </p:spTree>
    <p:extLst>
      <p:ext uri="{BB962C8B-B14F-4D97-AF65-F5344CB8AC3E}">
        <p14:creationId xmlns:p14="http://schemas.microsoft.com/office/powerpoint/2010/main" val="1256357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4C023-1B9B-4878-87AC-13A6AFA3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2E193-9867-4734-A41A-263A2C5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1EC7-43D9-4C18-91D3-26D666E9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1F8D7-3BB3-4100-A9E7-659C9267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54312-3EFA-4D78-8175-30A984B7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B6A5C-D8CD-4B6B-8B56-FB7DBB4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webpage is a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C865E-DDD5-47C5-BFC6-9FA6443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The browser needs structure before it can render design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180a820604dd1"/>
          <a:srcRect xmlns:a="http://schemas.openxmlformats.org/drawingml/2006/main" l="3788" t="0" r="37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11716-1742-4F9B-92B8-F743D280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HTML expresses what each part means. CSS controls how it looks. JavaScript changes behaviour when a task needs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21226-49B3-43F2-A938-E32A1AB3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057499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157CB-F29A-40A2-88E0-7AEB866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47FF-4C8D-4494-ADD2-5B3BDCB2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03031-B362-4377-8DEA-790E1D7A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79F24-7452-47C9-9F5F-EF9E716B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8B64A-E7BB-44B7-B44B-BAFFF81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A9D57-570A-473E-A4F5-1889980A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publishing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9FFAD-F4EE-4D09-BC0B-6A299947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Who needs this page, and what should they understand or do?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025EC-D194-414C-AB40-7A093F3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page with no clear audience often accumulates features. A page with a task can make choices about hierarchy.</a:t>
            </a:r>
          </a:p>
        </p:txBody>
      </p:sp>
    </p:spTree>
    <p:extLst>
      <p:ext uri="{BB962C8B-B14F-4D97-AF65-F5344CB8AC3E}">
        <p14:creationId xmlns:p14="http://schemas.microsoft.com/office/powerpoint/2010/main" val="717808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719F7-FD33-494B-9347-FA4CA0E3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27F6E-7AC2-4DF1-A4EF-6821804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720F1-2FBA-4A2F-915F-9E71C7AA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4532E-A28E-4619-A4B8-E0CCF083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E72EE-A62B-447A-98AB-729BFAC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18E3-2E29-454B-8756-32083FCF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Reading paths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1AD8E-C409-4AE8-9B19-10BCA20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visitor rarely reads from top to bottom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91947-F6FF-4243-A240-077F841D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They scan headings, links, images and the first line of paragraphs. Design should support a useful path, not demand attention.</a:t>
            </a:r>
          </a:p>
        </p:txBody>
      </p:sp>
    </p:spTree>
    <p:extLst>
      <p:ext uri="{BB962C8B-B14F-4D97-AF65-F5344CB8AC3E}">
        <p14:creationId xmlns:p14="http://schemas.microsoft.com/office/powerpoint/2010/main" val="1283881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CF398-2327-42C4-B092-9C597BEC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4BCD1-0026-4695-B64F-8A59C0E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AA41B-502B-4089-A16A-375237E7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A85C-12A0-4769-B0D8-311B370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E259A-C2D7-4349-B45B-952DB26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AA60F-09D3-45AC-A2A4-D4390B26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Content before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6F017-5D02-4C2E-A2AA-F39D8E21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Start with the 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C1CB7-2134-4631-8277-06C3607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Write a title, summary, sections, evidence, next action and source information before choosing a card, carousel or animation.</a:t>
            </a:r>
          </a:p>
        </p:txBody>
      </p:sp>
    </p:spTree>
    <p:extLst>
      <p:ext uri="{BB962C8B-B14F-4D97-AF65-F5344CB8AC3E}">
        <p14:creationId xmlns:p14="http://schemas.microsoft.com/office/powerpoint/2010/main" val="12025598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D4047-0CD2-4B81-BEAC-61591FC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C2411-6D77-4D97-8743-F0F60B1C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015D2-AF07-43B1-9B05-89563C05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3FF53-AD2A-475D-B092-701DF98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AE898-7B2E-46F2-9EAA-503D8947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7892D-6F8C-4DFC-8D0F-696017A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Semantic 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19186-D6A0-487D-9D46-00693AB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Elements carry meaning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ef5d6b72f4802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6E9A0-B0F7-4469-B5A5-57BD58C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headings for hierarchy, paragraphs for prose, lists for groups, nav for navigation and buttons for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BF57F-77E2-4BD8-B1A7-9908C690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4052078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8C5A5-6D26-4308-A3DD-48088763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D803A-39B2-4DF7-8D74-E19A9F0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235AB-EFCE-4A98-A3E8-FE6F711C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87BE3-8F90-48ED-87B3-F7F2352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0C2F5-5353-47EC-BB9D-087206E8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722E6-2FA4-4C32-8E5E-33F00E5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HTML anatomy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6456B-C134-4A30-9B38-9958578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minimal, meaningful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F3C42-4020-48B3-BDAC-3074C78F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66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EF562-5A2B-4E96-A3B1-1464DA31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0096500" cy="1809750"/>
          </a:xfrm>
          <a:prstGeom xmlns:a="http://schemas.openxmlformats.org/drawingml/2006/main" prst="roundRect">
            <a:avLst>
              <a:gd name="adj" fmla="val 63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&lt;main&gt;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&lt;article&gt;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&lt;h1&gt;How to repair a bicycle light&lt;/h1&gt;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  &lt;p&gt;A practical guide for first-time riders.&lt;/p&gt;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&lt;/article&gt;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&lt;/main&gt;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C4A5C-FAFA-4CD9-A2E6-FDD047CE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8572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code aloud: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556159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C5629-E78D-40CF-BD36-5DA2DD9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7B5B8-2B24-4710-989D-3DB99EA5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0DE20-2548-44FE-AC13-ABC1AB7D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F2F62-89E8-4507-B1F7-51D52B4F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F3255-A76A-4C10-AC6C-227CB0F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7B02A-4979-4139-A668-067D7961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Heading hierarchy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410AE-07E2-49F3-BBC5-9AF9FA7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Headings form an outline, not a font-size 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9DC55-8F08-4524-A6F0-68EC0816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page normally has one h1. Use h2 for major sections and h3 only inside an h2 section.</a:t>
            </a:r>
          </a:p>
        </p:txBody>
      </p:sp>
    </p:spTree>
    <p:extLst>
      <p:ext uri="{BB962C8B-B14F-4D97-AF65-F5344CB8AC3E}">
        <p14:creationId xmlns:p14="http://schemas.microsoft.com/office/powerpoint/2010/main" val="8829939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FB7FA-E537-4B07-B705-D1A5E80E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8A0B5-CF2E-4F58-950E-AC68C8C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BD720-1A69-401B-9BFD-08D640FE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24D53-2D74-4B1F-AD29-912C3F7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0D64C-DD93-4C76-974E-5181122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9909D-A386-451E-AE58-9E71889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useful outline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8D572-C3FF-41FB-9AA2-8C0A08D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Structure makes the page navigable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8A6A0-6EFC-4669-A1C0-98FE96D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03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h1: Community garden guide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h2: Before you visit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h2: What to bring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h2: Find a plot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h3: Weekday access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h3: Weekend access</a:t>
            </a:r>
          </a:p>
        </p:txBody>
      </p:sp>
    </p:spTree>
    <p:extLst>
      <p:ext uri="{BB962C8B-B14F-4D97-AF65-F5344CB8AC3E}">
        <p14:creationId xmlns:p14="http://schemas.microsoft.com/office/powerpoint/2010/main" val="1689145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2BF29-08A3-460D-A8E7-82CB2A47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3811A-13C3-4055-9BD8-8520607C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A6911-7B5E-4D25-BADF-F40F5E8D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22104-6EE0-4828-917B-7C1C93F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13DCF-8B7A-4A69-877E-5C678DC1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83001-BF2F-46A5-81FB-73ADBB85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Landmarks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033C9-D44C-4954-87E4-560E8812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Landmarks let assistive technology jump through a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2A2A5-6256-468E-92BA-26B195FF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header, nav, main, aside and footer describe regions. They also help developers review the page's information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5794682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81C30-E0E5-473C-8775-D2E8D7B7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566C6-D909-4C08-B567-D5181B2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02B6-BA12-42C3-ABC1-08F759CC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46DDC-7726-4CEA-886D-FF1220D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A5B98-B41B-4C81-8D7B-885E6F87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BCA4F-A8A1-4550-B7BD-7270334C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Links and buttons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B4ACF-E112-4043-B183-E3899FD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Different elements, different promises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3906-E3C2-490B-8AE7-4AF43E41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link takes the visitor somewhere. A button performs an action on the current page. Styling does not change their meaning.</a:t>
            </a:r>
          </a:p>
        </p:txBody>
      </p:sp>
    </p:spTree>
    <p:extLst>
      <p:ext uri="{BB962C8B-B14F-4D97-AF65-F5344CB8AC3E}">
        <p14:creationId xmlns:p14="http://schemas.microsoft.com/office/powerpoint/2010/main" val="2853750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EB585-F3D9-427A-AB2E-813CFBE7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BBF4-E2B7-4BFD-BB64-0534351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1E846-658B-4950-A0EA-A82AA27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F4ED0-4EBB-4782-9BB3-4160F805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34BE-3D2F-4697-8352-6FAAC39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79E7-FB2D-406B-B1F3-9DF88DB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Link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AF485-37C0-4DA1-9BB6-14A9457B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Make the destination clear out of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E16EF-FB63-4220-A126-682B3BF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Avoid: Click here.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Better: Read the accessibility review checklist.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The visible words should tell a reader where the link goes.</a:t>
            </a:r>
          </a:p>
        </p:txBody>
      </p:sp>
    </p:spTree>
    <p:extLst>
      <p:ext uri="{BB962C8B-B14F-4D97-AF65-F5344CB8AC3E}">
        <p14:creationId xmlns:p14="http://schemas.microsoft.com/office/powerpoint/2010/main" val="387942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B6CA8-C2B6-4390-8F73-9959E39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8465B-C194-47CA-A7A6-2DA5FE7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1A76C-E214-4D2F-9087-9B34BE24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A7067-D175-4A8C-A8BC-70AD006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4AE74-FF14-4C90-93FE-360AC088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FB831-F7C4-44DE-9967-A42FFFF9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Images as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AB59C-1862-4116-BF97-D4665E9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Every image needs a role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f731c02844b3b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CC8E4-CA98-41FF-8B7D-F0D4E74C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Decorative images can be ignored. Informative images need alternative text that communicates their purpose in the surrounding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1D8CD-0F6C-4813-BFB5-96515D4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316511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181E-5360-4465-B492-C70994A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4889D-ED3B-4ED2-A26C-BBAC68A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242D4-0508-404F-92BC-46903738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E1570-136E-40A2-9B5C-AC39BBF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DB3D2-4A92-4E16-86C8-5A22018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773BF-9B81-42E4-B739-61B5F08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Alternative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C53F0-CFC6-4E52-A981-7E5D9F2C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Describe the information, not every pixel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1344B-4747-4DDF-B8F6-4954ACC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Weak: Image of a person.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Useful: Student tests a website with keyboard navigation on a laptop.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If the caption already says it, alt text can be shorter.</a:t>
            </a:r>
          </a:p>
        </p:txBody>
      </p:sp>
    </p:spTree>
    <p:extLst>
      <p:ext uri="{BB962C8B-B14F-4D97-AF65-F5344CB8AC3E}">
        <p14:creationId xmlns:p14="http://schemas.microsoft.com/office/powerpoint/2010/main" val="7877207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12C71-0516-404D-983B-282A8AB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BB1F3-347F-4D6A-BFD9-5219C66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2F239-6C51-4759-8631-9BE94BD7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60E33-10C7-4BD2-A05C-D4262C3C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55248-66CD-4A62-8AFF-1D89AE2C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19DF2-A82C-46D5-8042-D5F3551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Lists and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D36F3-AC88-4C1F-91AB-A8F9524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Choose the element that matches the relationship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5070E-B6A4-4080-9F21-874A4D12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ul for an unordered group, ol for a sequence and table for data with row and column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6408568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87536-F304-448D-AEF1-E33AC1E5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2D188-02F0-47BD-A776-B3C25F57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37132-C0B2-4464-875B-39E9209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EE5AA-C94C-4B4F-9F88-EFD41317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EFBD-22C4-424C-995C-AD14218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07BB4-FF0D-4020-ABBB-B60D32FE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table needs headers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20CB4-E5AB-4FDF-AB6F-2720C09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Headers connect values to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78201-A3A3-4CB2-80E1-1F603EC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066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C9312-8BA7-41B9-A13F-F91A6013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0096500" cy="1809750"/>
          </a:xfrm>
          <a:prstGeom xmlns:a="http://schemas.openxmlformats.org/drawingml/2006/main" prst="roundRect">
            <a:avLst>
              <a:gd name="adj" fmla="val 63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&lt;table&gt;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&lt;thead&gt;&lt;tr&gt;&lt;th&gt;Week&lt;/th&gt;&lt;th&gt;Topic&lt;/th&gt;&lt;/tr&gt;&lt;/thead&gt;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  &lt;tbody&gt;&lt;tr&gt;&lt;td&gt;1&lt;/td&gt;&lt;td&gt;HTML&lt;/td&gt;&lt;/tr&gt;&lt;/tbody&gt;</a:t>
            </a:r>
          </a:p>
          <a:p xmlns:a="http://schemas.openxmlformats.org/drawingml/2006/main">
            <a:pPr>
              <a:defRPr sz="1650" b="0">
                <a:solidFill>
                  <a:srgbClr val="EAF1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1F4"/>
                </a:solidFill>
                <a:latin typeface="Aptos"/>
                <a:ea typeface="Aptos"/>
                <a:cs typeface="Aptos"/>
              </a:rPr>
              <a:t>&lt;/table&gt;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E4861-87AA-4B67-9EBD-C909D25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8572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264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code aloud: element, content, relationship and purpose.</a:t>
            </a:r>
          </a:p>
        </p:txBody>
      </p:sp>
    </p:spTree>
    <p:extLst>
      <p:ext uri="{BB962C8B-B14F-4D97-AF65-F5344CB8AC3E}">
        <p14:creationId xmlns:p14="http://schemas.microsoft.com/office/powerpoint/2010/main" val="17881171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135F9-9CB6-4781-8385-5C0C1BC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05FAC-7A12-4445-9EE1-EAFBC064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D42C5-C30D-4385-91F0-BB6CFC9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C478F-D956-45CB-BEDF-033C4284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B8922-5B5C-47FA-9921-1972FB2A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10489-BFB8-467A-8941-AE8829F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 before style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0098F-77CB-4D7D-B8B0-F0DDC6F1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CSS should reveal a good document, not rescue a confused 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79F88-E4D4-4E67-9C49-63849FBA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If removing CSS makes the page impossible to understand, revisit the HTML outline first.</a:t>
            </a:r>
          </a:p>
        </p:txBody>
      </p:sp>
    </p:spTree>
    <p:extLst>
      <p:ext uri="{BB962C8B-B14F-4D97-AF65-F5344CB8AC3E}">
        <p14:creationId xmlns:p14="http://schemas.microsoft.com/office/powerpoint/2010/main" val="20057153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F30A6-974A-4344-81AC-55F45233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068B0-9185-445C-ACD5-888B92E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71846-2244-4527-8FC3-0C8F3A7E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9879E-756B-402B-83B0-09392874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EE55-6E87-4528-ADFD-CD17E6A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85922-8ACB-4F4A-A623-135A11FA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Design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6AA04-1BDD-4B23-8104-C7305156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Small decisions become a system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c4cc1d9ab4637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B3BA9-0296-4CF0-A822-9AD07F1C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limited type scale, spacing scale and colour palette. Reuse them consistently so a reader can recognise hierarchy.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1EA2A-746B-40DC-8AE8-5A2CE6F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21046701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284EB-FAC2-4C7B-AF4C-75562393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DA8AE-3D03-4638-AEFA-7C23AB4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5C4A1-D468-4586-A692-B8652A30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678AE-FD49-4AC7-A728-DB6283A1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A10E8-3F5A-44FA-B8F5-4496DE61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62C4-7EDE-4093-85CE-7C5619B7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Responsive thinking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06566-D83D-4055-8699-B202FDEA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One document, changing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DA47-5963-4198-872F-951CCBB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narrow screen changes line length, reading order and touch targets. It does not reduce the reader's need for complete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591397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B906-AA53-458D-A48A-DE0FB41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7D9CF-6332-4AA1-BB35-37494F2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13D26-484A-4156-BF17-281DD60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F460-452E-4472-9421-CF58CA9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0F03B-1BF5-4395-84C6-FE86DB2C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BF329-92EE-4F1E-B7C5-A89AEB7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A responsive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70062-958D-4750-8735-89C67BF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Use CSS to adapt layout, not duplicate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2BE30-7B3E-4213-BA6A-0D65F6B7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403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@media (min-width: 48rem) {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  .feature-list {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    display: grid;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    grid-template-columns: repeat(3, 1fr);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  }</a:t>
            </a:r>
          </a:p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27517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3AC61-CA4D-4E4D-95A5-54C82E92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1AE90-1502-4553-8B40-7D710991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3CB51-51C2-45B9-8A93-4B99C6BB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BB3F-E301-435A-8A7A-DAEFBAB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594BF-FEF0-4501-8BFF-2594928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47D1F-1B07-4084-9304-D9E0A772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Keyboard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FCB0-BE42-4305-873B-ACA4673E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page should work without a pointer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3FA84-60AB-47AF-B51E-27284FE8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Press Tab. Can you see where focus is? Can you reach every control? Can you activate it and understand the result?</a:t>
            </a:r>
          </a:p>
        </p:txBody>
      </p:sp>
    </p:spTree>
    <p:extLst>
      <p:ext uri="{BB962C8B-B14F-4D97-AF65-F5344CB8AC3E}">
        <p14:creationId xmlns:p14="http://schemas.microsoft.com/office/powerpoint/2010/main" val="5269587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9437B-B1E2-4AC1-B725-2651178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E0400-86AF-444B-8F7C-60B0286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4331B-DC7E-4D4F-8340-285A625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F1C56-3200-4FE9-9770-DAE4ED2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AA7B3-883B-48BF-BD59-3FD3DEB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691D7-D776-415E-BA39-66F5271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Contrast and hierarchy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D1368-2E74-4724-A744-C17BB35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Colour alone cannot carry meaning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de6fe90b74de3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2C901-6F85-45AA-877E-6F8507B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labels, text, position and shape alongside colour. Check contrast in the actual context, including hover and focus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B7C68-52F9-4C0B-8004-E190275A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14028363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80CA5-6BF5-4FCB-9D05-28E911E9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0D51B-540A-4977-8DF7-B2299DB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D1F4F-4C14-4CBA-9F32-B1772D4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82088-71BF-4A40-9C74-311D366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93DA-01FD-4982-803E-FBE5A319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E5422-0F73-4A5F-AA43-077DAA66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Page inspection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9D3B8-D5CD-486C-86F5-B952DBF3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Read the browser's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57D8-D3CB-496E-9249-4A7A53E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Use browser developer tools to inspect headings, landmarks, link text, image alternatives and the box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D2E85-FC32-4486-BFF9-934B618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721C0-5210-4446-9F37-4504AC30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3EF76-2F19-4DE7-8B5E-A72904E4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E6224-35C8-4F4A-ACF3-0388CDF6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evidence would let you judge this page?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E7586-BC83-4B5F-B96E-C4790C9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7B708-A6AB-4774-B1CF-81DECF77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BB9DB-4152-4FF8-9A1F-D7DC481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AAC0B-21AD-4760-87CB-BCFED73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Name a specific heading, control, label or reading path.</a:t>
            </a:r>
          </a:p>
        </p:txBody>
      </p:sp>
    </p:spTree>
    <p:extLst>
      <p:ext uri="{BB962C8B-B14F-4D97-AF65-F5344CB8AC3E}">
        <p14:creationId xmlns:p14="http://schemas.microsoft.com/office/powerpoint/2010/main" val="103491939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F9F32-9354-43D8-B5F9-08B5764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1976C-B681-4F7C-ACFB-767C78C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5A551-EBAC-4D15-8EA1-9890D27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ECDC9-F54D-49F5-A120-0235DFAA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8DC0D-7815-4FD5-AC24-0D68451B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AA36-26A1-4914-AB74-F380C041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Critical reading 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826FC-3443-4675-96AF-C7253EDA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does this page ask the reader to trust?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157570d1149de"/>
          <a:srcRect xmlns:a="http://schemas.openxmlformats.org/drawingml/2006/main" l="0" t="21111" r="0" b="2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B53F9-B24F-4FAE-BAE9-A2A7041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Identify the author, purpose, evidence, call to action and missing context. Then describe how the page's structure supports or weakens that 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D1E3E-2134-49DC-B038-DE235C2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3988088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880AA-C5D0-44D7-BCF0-96F30406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3936D-22E8-4EF4-9121-3CD6F82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D346F-B342-4D9C-A4D6-89994AA4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D5D04-4B19-4B15-8114-6009F3C6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F9BE3-6B99-4563-9470-3AADE9E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98283-A234-4311-82E3-C8322F47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Studio 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E5521-1C33-45CE-90C7-66CFB79C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Build a reading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15415-C5A4-411C-9034-8593C176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Choose a useful web page. Recreate its content outline in plain HTML. Do not copy its visual styling. Explain one structural improvement.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128CA-27A5-406B-8753-2613CA98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32F09-1EAF-4E86-90BE-EA9053E2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A7DEC-E39A-441D-8E60-A2C3CB1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BF5F2-0FF8-4167-B570-9908882F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evidence would let you judge this page?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D910E-AA0D-4AC1-8761-55083EB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5538C-B318-4932-B96F-97EF6D5B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6DA59-3950-4003-935C-F1FCEC8D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05412-F2B3-4B11-872D-7FD4027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Name a specific heading, control, label or reading path.</a:t>
            </a:r>
          </a:p>
        </p:txBody>
      </p:sp>
    </p:spTree>
    <p:extLst>
      <p:ext uri="{BB962C8B-B14F-4D97-AF65-F5344CB8AC3E}">
        <p14:creationId xmlns:p14="http://schemas.microsoft.com/office/powerpoint/2010/main" val="5108273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EADFC-BA62-4720-A59F-4E570C5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69614-3F50-4206-AFEC-F6A1FFFB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27940-AB9A-425F-8FB6-9DA7405B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F1C1D-D19A-4C18-801C-79C124B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35210-A0B5-4440-88EF-5A5729A8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C7B1E-4136-4834-AD10-DC72E60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Quality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37B7B-2792-4A7D-B511-BC54737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Before you leave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97E2D-7907-4653-A31E-BD16880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One h1. Logical h2 sections. Useful links. Images have a role. Keyboard focus is visible. The page still makes sense without CSS.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0F1AB-D83C-4AA4-8C65-B4C717E3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E6441-93C8-4907-A202-4EA57FE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C5502-98FF-4AB0-8F51-7E1D012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A2194-3FED-41A6-9962-15A6D11D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What evidence would let you judge this page?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E1015-0661-40F0-A68A-599FC3C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EBF99-CA82-463B-9841-BEB0A4F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381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88737-F46E-4AB9-BEBE-446946D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46101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987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49FA5-16A3-4C7C-A0EC-E8B6F9EA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46101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80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Name a specific heading, control, label or reading path.</a:t>
            </a:r>
          </a:p>
        </p:txBody>
      </p:sp>
    </p:spTree>
    <p:extLst>
      <p:ext uri="{BB962C8B-B14F-4D97-AF65-F5344CB8AC3E}">
        <p14:creationId xmlns:p14="http://schemas.microsoft.com/office/powerpoint/2010/main" val="20916080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6F0F6-7A4C-4860-A282-2A6D66D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6F241-7856-4755-8990-DF8EFE4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2A9B5-AA7E-44CA-8D1C-2E4D304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00223-9960-449C-B148-4D94D7A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15DCC-AC47-49F6-AC99-CF2578E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BDA77-5432-4A44-BA21-F4E0038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Recommended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95B16-22AF-4A83-A986-A25A7FF6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Continue after class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49935786e4f79"/>
          <a:srcRect xmlns:a="http://schemas.openxmlformats.org/drawingml/2006/main" l="3846" t="0" r="3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428875"/>
            <a:ext cx="3429000" cy="2476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E8A0D-CC2F-4B09-9B2F-AE552D68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MDN Learn HTML · W3C WAI accessibility guidance · WebAIM keyboard accessibility · Inspect three sites you use weekly.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3E0FB-662F-403D-A32B-CB22F5D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6477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573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Observe the visual, then connect it to the principle on this slide.</a:t>
            </a:r>
          </a:p>
        </p:txBody>
      </p:sp>
    </p:spTree>
    <p:extLst>
      <p:ext uri="{BB962C8B-B14F-4D97-AF65-F5344CB8AC3E}">
        <p14:creationId xmlns:p14="http://schemas.microsoft.com/office/powerpoint/2010/main" val="77300290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D3F45-1548-457F-966A-F5F8B366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16E67-12A7-4D47-B9C0-9557EB2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FEF70-F571-4ACC-8678-CBEE0BC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0969D-8F65-4EB8-9D31-B5E84E91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69150-167C-42C1-9062-0CFADD68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AB5AC-15A8-4FFE-947C-4FE7FCA5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Next week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3EAC-6C1A-4539-97B2-8ED5B90B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Semantic HTML in depth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866C3-CB2C-4B0D-8C38-334F6F02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Bring a page you use often and a short written answer: what does the page want you to notice first, and why?</a:t>
            </a:r>
          </a:p>
        </p:txBody>
      </p:sp>
    </p:spTree>
    <p:extLst>
      <p:ext uri="{BB962C8B-B14F-4D97-AF65-F5344CB8AC3E}">
        <p14:creationId xmlns:p14="http://schemas.microsoft.com/office/powerpoint/2010/main" val="12626918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38AF-9520-4A44-9907-83C656F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E038D-5F99-4FE8-A84A-062B869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"/>
            <a:ext cx="2571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SLOP1512 / WEEK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D0FC8-4489-4DD9-A3AC-8D00C304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1975"/>
            <a:ext cx="476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3515D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2935C-DC47-4172-BC92-4C7CCDE2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7EC82-B008-4EAD-88A6-6CD9351F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00500" cy="152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Web Design and Interactive Publishing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1A10B-AB75-4607-BE57-D652D548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Closing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86AC4-165B-4B9E-BACC-8CF9559A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42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3515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3515D"/>
                </a:solidFill>
                <a:latin typeface="Aptos"/>
                <a:ea typeface="Aptos"/>
                <a:cs typeface="Aptos"/>
              </a:rPr>
              <a:t>A web page is an argument about attention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ABDD5-1F54-4675-9BA6-1055909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A"/>
                </a:solidFill>
                <a:latin typeface="Aptos"/>
                <a:ea typeface="Aptos"/>
                <a:cs typeface="Aptos"/>
              </a:rPr>
              <a:t>Structure decides what can be found. Design decides what can be noticed. Interaction decides what a visitor can do.</a:t>
            </a:r>
          </a:p>
        </p:txBody>
      </p:sp>
    </p:spTree>
    <p:extLst>
      <p:ext uri="{BB962C8B-B14F-4D97-AF65-F5344CB8AC3E}">
        <p14:creationId xmlns:p14="http://schemas.microsoft.com/office/powerpoint/2010/main" val="666240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2026-09-13T06:43:59.5630000Z</dcterms:created>
  <dcterms:modified xsi:type="dcterms:W3CDTF">2026-09-13T06:43:59.5630000Z</dcterms:modified>
</coreProperties>
</file>